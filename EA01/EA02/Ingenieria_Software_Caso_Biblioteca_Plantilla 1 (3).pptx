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8" r:id="rId4"/>
    <p:sldMasterId id="214748372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Oswald SemiBold"/>
      <p:regular r:id="rId22"/>
      <p:bold r:id="rId23"/>
    </p:embeddedFont>
    <p:embeddedFont>
      <p:font typeface="Helvetica Neue"/>
      <p:regular r:id="rId24"/>
      <p:bold r:id="rId25"/>
      <p:italic r:id="rId26"/>
      <p:boldItalic r:id="rId27"/>
    </p:embeddedFont>
    <p:embeddedFont>
      <p:font typeface="Open Sans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976240-0112-459D-B0F4-9A515B1AE02C}">
  <a:tblStyle styleId="{7C976240-0112-459D-B0F4-9A515B1AE02C}" styleName="Table_0">
    <a:wholeTbl>
      <a:tcTxStyle b="off" i="off">
        <a:font>
          <a:latin typeface="Avenir Next LT Pro"/>
          <a:ea typeface="Avenir Next LT Pro"/>
          <a:cs typeface="Avenir Next LT Pro"/>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3F093B52-0A29-41B3-8AB2-B6516E472F9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E41B488-761F-49A4-9093-C1D8EBF81162}" styleName="Table_2">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Light-boldItalic.fntdata"/><Relationship Id="rId30" Type="http://schemas.openxmlformats.org/officeDocument/2006/relationships/font" Target="fonts/OpenSansLight-italic.fntdata"/><Relationship Id="rId20" Type="http://schemas.openxmlformats.org/officeDocument/2006/relationships/slide" Target="slides/slide14.xml"/><Relationship Id="rId22" Type="http://schemas.openxmlformats.org/officeDocument/2006/relationships/font" Target="fonts/OswaldSemiBold-regular.fntdata"/><Relationship Id="rId21" Type="http://schemas.openxmlformats.org/officeDocument/2006/relationships/slide" Target="slides/slide15.xml"/><Relationship Id="rId24" Type="http://schemas.openxmlformats.org/officeDocument/2006/relationships/font" Target="fonts/HelveticaNeue-regular.fntdata"/><Relationship Id="rId23" Type="http://schemas.openxmlformats.org/officeDocument/2006/relationships/font" Target="fonts/OswaldSemiBold-bold.fntdata"/><Relationship Id="rId26" Type="http://schemas.openxmlformats.org/officeDocument/2006/relationships/font" Target="fonts/HelveticaNeue-italic.fntdata"/><Relationship Id="rId25" Type="http://schemas.openxmlformats.org/officeDocument/2006/relationships/font" Target="fonts/HelveticaNeue-bold.fntdata"/><Relationship Id="rId28" Type="http://schemas.openxmlformats.org/officeDocument/2006/relationships/font" Target="fonts/OpenSansLight-regular.fntdata"/><Relationship Id="rId27" Type="http://schemas.openxmlformats.org/officeDocument/2006/relationships/font" Target="fonts/HelveticaNeue-boldItalic.fntdata"/><Relationship Id="rId29" Type="http://schemas.openxmlformats.org/officeDocument/2006/relationships/font" Target="fonts/OpenSansLight-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contenido generado por IA puede ser incorrecto.</a:t>
            </a:r>
            <a:br>
              <a:rPr lang="en-US"/>
            </a:br>
            <a:br>
              <a:rPr lang="en-US"/>
            </a:br>
            <a:r>
              <a:rPr lang="en-US"/>
              <a:t>---</a:t>
            </a:r>
            <a:br>
              <a:rPr lang="en-US"/>
            </a:br>
            <a:br>
              <a:rPr lang="en-US"/>
            </a:br>
            <a:br>
              <a:rPr lang="en-US"/>
            </a:br>
            <a:endParaRPr/>
          </a:p>
        </p:txBody>
      </p:sp>
      <p:sp>
        <p:nvSpPr>
          <p:cNvPr id="654" name="Google Shape;6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El alcance del sistema define claramente los límites de la solución propuesta y evita ambigüedades durante el desarrollo del proyecto. En el Caso Biblioteca, esta diapositiva debe especificar qué funcionalidades serán incluidas y cuáles quedarán explícitamente fuera del sistema, estableciendo expectativas realistas tanto para el cliente como para el equipo de desarrollo. En primer lugar, se describe qué hará el sistema, por ejemplo: gestionar usuarios (registro, modificación y desactivación), administrar préstamos y devoluciones de libros, permitir la consulta del catálogo en línea y generar reportes básicos para la gestión. En segundo lugar, se debe indicar qué no hará el sistema, como por ejemplo la gestión de compras de libros, la administración financiera de la biblioteca o la integración con sistemas externos complejos, si estos no forman parte del proyecto. También es fundamental identificar los usuarios involucrados, tales como bibliotecario, estudiante y administrador, ya que estos actores condicionan los requerimientos funcionales y los flujos de uso. Adicionalmente, se pueden mencionar los módulos iniciales del sistema, organizando las funcionalidades de manera estructurada. Se sugiere representar este alcance mediante un diagrama de árbol de funciones, que muestre visualmente cómo se descomponen las funcionalidades principales en subfunciones. Desde el punto de vista académico, una definición clara del alcance demuestra capacidad de análisis, orden conceptual y comprensión de la complejidad del sistema, aspectos altamente valorados en la rúbrica de evaluación. Un alcance bien definido reduce riesgos, facilita la planificación y contribuye al éxito del proyecto de software.</a:t>
            </a:r>
            <a:endParaRPr/>
          </a:p>
        </p:txBody>
      </p:sp>
      <p:sp>
        <p:nvSpPr>
          <p:cNvPr id="690" name="Google Shape;6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El alcance del sistema define claramente los límites de la solución propuesta y evita ambigüedades durante el desarrollo del proyecto. En el Caso Biblioteca, esta diapositiva debe especificar qué funcionalidades serán incluidas y cuáles quedarán explícitamente fuera del sistema, estableciendo expectativas realistas tanto para el cliente como para el equipo de desarrollo. En primer lugar, se describe qué hará el sistema, por ejemplo: gestionar usuarios (registro, modificación y desactivación), administrar préstamos y devoluciones de libros, permitir la consulta del catálogo en línea y generar reportes básicos para la gestión. En segundo lugar, se debe indicar qué no hará el sistema, como por ejemplo la gestión de compras de libros, la administración financiera de la biblioteca o la integración con sistemas externos complejos, si estos no forman parte del proyecto. También es fundamental identificar los usuarios involucrados, tales como bibliotecario, estudiante y administrador, ya que estos actores condicionan los requerimientos funcionales y los flujos de uso. Adicionalmente, se pueden mencionar los módulos iniciales del sistema, organizando las funcionalidades de manera estructurada. Se sugiere representar este alcance mediante un diagrama de árbol de funciones, que muestre visualmente cómo se descomponen las funcionalidades principales en subfunciones. Desde el punto de vista académico, una definición clara del alcance demuestra capacidad de análisis, orden conceptual y comprensión de la complejidad del sistema, aspectos altamente valorados en la rúbrica de evaluación. Un alcance bien definido reduce riesgos, facilita la planificación y contribuye al éxito del proyecto de software.</a:t>
            </a:r>
            <a:endParaRPr/>
          </a:p>
        </p:txBody>
      </p:sp>
      <p:sp>
        <p:nvSpPr>
          <p:cNvPr id="700" name="Google Shape;7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La selección de la metodología de desarrollo es una decisión clave que debe estar alineada con las características del proyecto y el contexto académico. En esta diapositiva, los estudiantes deben indicar explícitamente la metodología elegida para el desarrollo del Caso Biblioteca, como Cascada, Scrum, XP o RUP. No basta con nombrarla, sino que es fundamental justificar brevemente su elección. Por ejemplo, una metodología en cascada puede ser adecuada para un proyecto académico de alcance acotado y requisitos relativamente estables, ya que permite avanzar de forma ordenada por etapas bien definidas. Por otro lado, Scrum puede justificarse si se busca fomentar el trabajo iterativo, la retroalimentación constante y la adaptación a cambios durante el desarrollo. La justificación debe considerar aspectos como el tamaño del sistema, la experiencia del equipo, la claridad de los requisitos y el tiempo disponible. Desde una perspectiva formativa, esta reflexión demuestra comprensión de los modelos de desarrollo de software y su aplicación práctica. Además, contribuye al criterio de claridad y estructura exigido por la rúbrica. Visualmente, la diapositiva debe mantener un diseño simple, con viñetas claras y espacios editables para que los estudiantes personalicen la información según su proyecto. En conclusión, la correcta elección y justificación de la metodología refuerza la coherencia de la propuesta y evidencia una toma de decisiones fundamentada.</a:t>
            </a:r>
            <a:endParaRPr/>
          </a:p>
        </p:txBody>
      </p:sp>
      <p:sp>
        <p:nvSpPr>
          <p:cNvPr id="714" name="Google Shape;71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dfff66e8f4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dfff66e8f4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g3dfff66e8f4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Los requerimientos no funcionales establecen los criterios de calidad que el sistema debe cumplir y complementan a los requerimientos funcionales. En el Caso Biblioteca, esta diapositiva debe abordar dimensiones clave como usabilidad, accesibilidad, seguridad, rendimiento y disponibilidad. En términos de usabilidad, se recomienda hacer referencia a normas de calidad como ISO/IEC 25010, destacando aspectos como facilidad de aprendizaje, claridad de la interfaz y consistencia visual. En cuanto a accesibilidad, es especialmente valorado considerar las pautas WCAG, asegurando que el sistema pueda ser utilizado por personas con distintas capacidades, por ejemplo mediante contraste adecuado de colores y navegación clara. Otros requerimientos no funcionales relevantes incluyen la seguridad de la información, garantizando el acceso controlado a los datos; la disponibilidad del sistema, asegurando su correcto funcionamiento en horarios definidos; el tiempo de respuesta, que impacta directamente en la experiencia del usuario; y el respaldo de la información, fundamental para evitar pérdidas de datos. Desde una perspectiva académica, la inclusión de estos criterios demuestra una visión integral del software, más allá de sus funcionalidades básicas. Además, refuerza el análisis y la calidad de la propuesta, alineándose con los criterios de la rúbrica. Un sistema que cumple adecuadamente sus requerimientos no funcionales genera mayor confianza y valor para la organización.</a:t>
            </a:r>
            <a:endParaRPr/>
          </a:p>
        </p:txBody>
      </p:sp>
      <p:sp>
        <p:nvSpPr>
          <p:cNvPr id="737" name="Google Shape;7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 importante situar al software en el contexto en el que será desarrollado. Esta parte del trabajo trazar la interacción de otros sistemas y usuarios con nuestro producto.</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En el diagrama de contexto, nuestro sistema estará al centro, y alrededor los sistemas o usuarios que interactúan con él, unidos mediante flechas.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Este diagrama nos ayuda a </a:t>
            </a:r>
            <a:r>
              <a:rPr b="1" lang="en-US" sz="1200"/>
              <a:t>descubrir funciones e integraciones </a:t>
            </a:r>
            <a:r>
              <a:rPr lang="en-US" sz="1200"/>
              <a:t>que tendremos que desarrollar para definir el sistema</a:t>
            </a:r>
            <a:endParaRPr/>
          </a:p>
          <a:p>
            <a:pPr indent="0" lvl="0" marL="0" rtl="0" algn="l">
              <a:spcBef>
                <a:spcPts val="0"/>
              </a:spcBef>
              <a:spcAft>
                <a:spcPts val="0"/>
              </a:spcAft>
              <a:buNone/>
            </a:pPr>
            <a:r>
              <a:t/>
            </a:r>
            <a:endParaRPr/>
          </a:p>
        </p:txBody>
      </p:sp>
      <p:sp>
        <p:nvSpPr>
          <p:cNvPr id="746" name="Google Shape;74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La sección de mejoras y lecciones aprendidas invita a una reflexión crítica sobre la propuesta y el proceso de análisis realizado. En el Caso Biblioteca, los estudiantes deben proponer acciones concretas orientadas a asegurar la calidad del sistema, como la validación de datos para evitar errores de ingreso, la implementación de respaldos automáticos para proteger la información, o la mejora de la accesibilidad para incluir a más usuarios. También se pueden mencionar optimizaciones de tiempo de respuesta o mecanismos de trazabilidad de los préstamos, que aportan valor a la gestión del negocio. Es importante no solo listar las mejoras, sino argumentar su beneficio, explicando cómo contribuyen a una operación más eficiente, segura y confiable de la biblioteca. Desde una perspectiva formativa, esta diapositiva demuestra capacidad de análisis crítico, aprendizaje a partir del caso y comprensión del impacto del software en un contexto real. Además, refuerza la alineación con la rúbrica, particularmente en los criterios de análisis y calidad de la propuesta. Visualmente, se recomienda mantener viñetas claras y espacios editables, permitiendo a los estudiantes adaptar el contenido a su propio proyecto. Esta reflexión final antes de la conclusión aporta madurez académica al trabajo presentado.</a:t>
            </a:r>
            <a:endParaRPr/>
          </a:p>
        </p:txBody>
      </p:sp>
      <p:sp>
        <p:nvSpPr>
          <p:cNvPr id="753" name="Google Shape;7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La conclusión sintetiza los principales aspectos abordados en la presentación y refuerza los aprendizajes obtenidos. En el Caso Biblioteca, esta diapositiva debe destacar los hallazgos más relevantes del análisis, como la importancia de comprender el problema, definir correctamente el alcance y levantar requerimientos claros y bien estructurados. También se debe enfatizar la relación directa entre una correcta definición de requisitos y el éxito del proyecto de software, ya que estos sirven como base para el diseño, desarrollo y validación del sistema. Asimismo, es pertinente resaltar el aporte del sistema propuesto al negocio de la biblioteca, en términos de eficiencia operativa, mejor control de la información y mejora en la atención a los usuarios. Desde el punto de vista académico, una buena conclusión demuestra coherencia, capacidad de síntesis y claridad conceptual, cerrando adecuadamente la presentación. Esta diapositiva contribuye a dejar una impresión final positiva, alineada con los criterios de presentación y estructura de la rúbrica. En definitiva, la conclusión no solo resume el trabajo realizado, sino que refuerza la relevancia de la Ingeniería de Software como disciplina para resolver problemas reales de manera sistemática y profesional.</a:t>
            </a:r>
            <a:endParaRPr/>
          </a:p>
        </p:txBody>
      </p:sp>
      <p:sp>
        <p:nvSpPr>
          <p:cNvPr id="762" name="Google Shape;76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1">
  <p:cSld name="INTERIOR 1">
    <p:spTree>
      <p:nvGrpSpPr>
        <p:cNvPr id="15" name="Shape 15"/>
        <p:cNvGrpSpPr/>
        <p:nvPr/>
      </p:nvGrpSpPr>
      <p:grpSpPr>
        <a:xfrm>
          <a:off x="0" y="0"/>
          <a:ext cx="0" cy="0"/>
          <a:chOff x="0" y="0"/>
          <a:chExt cx="0" cy="0"/>
        </a:xfrm>
      </p:grpSpPr>
      <p:sp>
        <p:nvSpPr>
          <p:cNvPr id="16" name="Google Shape;16;p2"/>
          <p:cNvSpPr txBox="1"/>
          <p:nvPr>
            <p:ph idx="1" type="body"/>
          </p:nvPr>
        </p:nvSpPr>
        <p:spPr>
          <a:xfrm>
            <a:off x="654685" y="551041"/>
            <a:ext cx="4916775" cy="469685"/>
          </a:xfrm>
          <a:prstGeom prst="rect">
            <a:avLst/>
          </a:prstGeom>
          <a:noFill/>
          <a:ln>
            <a:noFill/>
          </a:ln>
        </p:spPr>
        <p:txBody>
          <a:bodyPr anchorCtr="0" anchor="t" bIns="45700" lIns="91425" spcFirstLastPara="1" rIns="91425" wrap="square" tIns="45700">
            <a:noAutofit/>
          </a:bodyPr>
          <a:lstStyle>
            <a:lvl1pPr indent="-431800" lvl="0" marL="457200" algn="l">
              <a:lnSpc>
                <a:spcPct val="110000"/>
              </a:lnSpc>
              <a:spcBef>
                <a:spcPts val="1000"/>
              </a:spcBef>
              <a:spcAft>
                <a:spcPts val="0"/>
              </a:spcAft>
              <a:buClr>
                <a:schemeClr val="dk1"/>
              </a:buClr>
              <a:buSzPts val="3200"/>
              <a:buChar char="•"/>
              <a:defRPr b="1" sz="3200">
                <a:solidFill>
                  <a:schemeClr val="dk1"/>
                </a:solidFill>
                <a:latin typeface="Arial"/>
                <a:ea typeface="Arial"/>
                <a:cs typeface="Arial"/>
                <a:sym typeface="Arial"/>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
          <p:cNvSpPr txBox="1"/>
          <p:nvPr>
            <p:ph idx="2" type="body"/>
          </p:nvPr>
        </p:nvSpPr>
        <p:spPr>
          <a:xfrm>
            <a:off x="640715" y="1137571"/>
            <a:ext cx="4930746" cy="553006"/>
          </a:xfrm>
          <a:prstGeom prst="rect">
            <a:avLst/>
          </a:prstGeom>
          <a:noFill/>
          <a:ln>
            <a:noFill/>
          </a:ln>
        </p:spPr>
        <p:txBody>
          <a:bodyPr anchorCtr="0" anchor="t" bIns="45700" lIns="91425" spcFirstLastPara="1" rIns="91425" wrap="square" tIns="45700">
            <a:normAutofit/>
          </a:bodyPr>
          <a:lstStyle>
            <a:lvl1pPr indent="-317500" lvl="0" marL="457200" algn="l">
              <a:lnSpc>
                <a:spcPct val="110000"/>
              </a:lnSpc>
              <a:spcBef>
                <a:spcPts val="1000"/>
              </a:spcBef>
              <a:spcAft>
                <a:spcPts val="0"/>
              </a:spcAft>
              <a:buClr>
                <a:schemeClr val="dk1"/>
              </a:buClr>
              <a:buSzPts val="1400"/>
              <a:buChar char="•"/>
              <a:defRPr sz="1400">
                <a:latin typeface="Arial"/>
                <a:ea typeface="Arial"/>
                <a:cs typeface="Arial"/>
                <a:sym typeface="Arial"/>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p:nvPr/>
        </p:nvSpPr>
        <p:spPr>
          <a:xfrm>
            <a:off x="0" y="0"/>
            <a:ext cx="552893" cy="552893"/>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9" name="Google Shape;19;p2"/>
          <p:cNvGrpSpPr/>
          <p:nvPr/>
        </p:nvGrpSpPr>
        <p:grpSpPr>
          <a:xfrm>
            <a:off x="10559057" y="6273209"/>
            <a:ext cx="1405046" cy="320981"/>
            <a:chOff x="8941676" y="5879067"/>
            <a:chExt cx="2618358" cy="598161"/>
          </a:xfrm>
        </p:grpSpPr>
        <p:sp>
          <p:nvSpPr>
            <p:cNvPr id="20" name="Google Shape;20;p2"/>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 name="Google Shape;21;p2"/>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pSp>
          <p:nvGrpSpPr>
            <p:cNvPr id="22" name="Google Shape;22;p2"/>
            <p:cNvGrpSpPr/>
            <p:nvPr/>
          </p:nvGrpSpPr>
          <p:grpSpPr>
            <a:xfrm>
              <a:off x="11114331" y="5879067"/>
              <a:ext cx="445703" cy="598161"/>
              <a:chOff x="18406074" y="10234089"/>
              <a:chExt cx="445703" cy="598161"/>
            </a:xfrm>
          </p:grpSpPr>
          <p:sp>
            <p:nvSpPr>
              <p:cNvPr id="23" name="Google Shape;23;p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pic>
            <p:nvPicPr>
              <p:cNvPr id="24" name="Google Shape;24;p2"/>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25" name="Google Shape;25;p2"/>
          <p:cNvPicPr preferRelativeResize="0"/>
          <p:nvPr/>
        </p:nvPicPr>
        <p:blipFill rotWithShape="1">
          <a:blip r:embed="rId3">
            <a:alphaModFix/>
          </a:blip>
          <a:srcRect b="0" l="0" r="0" t="0"/>
          <a:stretch/>
        </p:blipFill>
        <p:spPr>
          <a:xfrm rot="5400000">
            <a:off x="2714468" y="4342374"/>
            <a:ext cx="119408" cy="42389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rincipal">
  <p:cSld name="PORTADA principal">
    <p:bg>
      <p:bgPr>
        <a:blipFill>
          <a:blip r:embed="rId2">
            <a:alphaModFix/>
          </a:blip>
          <a:stretch>
            <a:fillRect/>
          </a:stretch>
        </a:blipFill>
      </p:bgPr>
    </p:bg>
    <p:spTree>
      <p:nvGrpSpPr>
        <p:cNvPr id="26" name="Shape 26"/>
        <p:cNvGrpSpPr/>
        <p:nvPr/>
      </p:nvGrpSpPr>
      <p:grpSpPr>
        <a:xfrm>
          <a:off x="0" y="0"/>
          <a:ext cx="0" cy="0"/>
          <a:chOff x="0" y="0"/>
          <a:chExt cx="0" cy="0"/>
        </a:xfrm>
      </p:grpSpPr>
      <p:pic>
        <p:nvPicPr>
          <p:cNvPr id="27" name="Google Shape;27;p3"/>
          <p:cNvPicPr preferRelativeResize="0"/>
          <p:nvPr/>
        </p:nvPicPr>
        <p:blipFill rotWithShape="1">
          <a:blip r:embed="rId3">
            <a:alphaModFix/>
          </a:blip>
          <a:srcRect b="0" l="0" r="0" t="0"/>
          <a:stretch/>
        </p:blipFill>
        <p:spPr>
          <a:xfrm>
            <a:off x="11859053" y="1796807"/>
            <a:ext cx="70965" cy="3264387"/>
          </a:xfrm>
          <a:prstGeom prst="rect">
            <a:avLst/>
          </a:prstGeom>
          <a:noFill/>
          <a:ln>
            <a:noFill/>
          </a:ln>
        </p:spPr>
      </p:pic>
      <p:sp>
        <p:nvSpPr>
          <p:cNvPr id="28" name="Google Shape;28;p3"/>
          <p:cNvSpPr/>
          <p:nvPr/>
        </p:nvSpPr>
        <p:spPr>
          <a:xfrm>
            <a:off x="5944993" y="616688"/>
            <a:ext cx="5674686" cy="5667154"/>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9" name="Google Shape;29;p3"/>
          <p:cNvSpPr/>
          <p:nvPr/>
        </p:nvSpPr>
        <p:spPr>
          <a:xfrm>
            <a:off x="6398549" y="2788646"/>
            <a:ext cx="294796" cy="2947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Avenir"/>
              <a:ea typeface="Avenir"/>
              <a:cs typeface="Avenir"/>
              <a:sym typeface="Avenir"/>
            </a:endParaRPr>
          </a:p>
        </p:txBody>
      </p:sp>
      <p:cxnSp>
        <p:nvCxnSpPr>
          <p:cNvPr id="30" name="Google Shape;30;p3"/>
          <p:cNvCxnSpPr/>
          <p:nvPr/>
        </p:nvCxnSpPr>
        <p:spPr>
          <a:xfrm>
            <a:off x="6996223" y="4106486"/>
            <a:ext cx="4114800" cy="0"/>
          </a:xfrm>
          <a:prstGeom prst="straightConnector1">
            <a:avLst/>
          </a:prstGeom>
          <a:noFill/>
          <a:ln cap="flat" cmpd="sng" w="12700">
            <a:solidFill>
              <a:schemeClr val="lt1"/>
            </a:solidFill>
            <a:prstDash val="solid"/>
            <a:miter lim="800000"/>
            <a:headEnd len="sm" w="sm" type="none"/>
            <a:tailEnd len="sm" w="sm" type="none"/>
          </a:ln>
        </p:spPr>
      </p:cxnSp>
      <p:sp>
        <p:nvSpPr>
          <p:cNvPr id="31" name="Google Shape;31;p3"/>
          <p:cNvSpPr txBox="1"/>
          <p:nvPr>
            <p:ph type="title"/>
          </p:nvPr>
        </p:nvSpPr>
        <p:spPr>
          <a:xfrm>
            <a:off x="6915809" y="2601411"/>
            <a:ext cx="4377817" cy="13060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
          <p:cNvSpPr txBox="1"/>
          <p:nvPr>
            <p:ph idx="1" type="subTitle"/>
          </p:nvPr>
        </p:nvSpPr>
        <p:spPr>
          <a:xfrm>
            <a:off x="6937285" y="4305507"/>
            <a:ext cx="4356341" cy="614285"/>
          </a:xfrm>
          <a:prstGeom prst="rect">
            <a:avLst/>
          </a:prstGeom>
          <a:noFill/>
          <a:ln>
            <a:noFill/>
          </a:ln>
        </p:spPr>
        <p:txBody>
          <a:bodyPr anchorCtr="0" anchor="t" bIns="0" lIns="0" spcFirstLastPara="1" rIns="0" wrap="square" tIns="0">
            <a:spAutoFit/>
          </a:bodyPr>
          <a:lstStyle>
            <a:lvl1pPr lvl="0" algn="l">
              <a:lnSpc>
                <a:spcPct val="110000"/>
              </a:lnSpc>
              <a:spcBef>
                <a:spcPts val="1000"/>
              </a:spcBef>
              <a:spcAft>
                <a:spcPts val="0"/>
              </a:spcAft>
              <a:buClr>
                <a:schemeClr val="lt1"/>
              </a:buClr>
              <a:buSzPts val="2400"/>
              <a:buChar char="•"/>
              <a:defRPr sz="2400">
                <a:solidFill>
                  <a:schemeClr val="lt1"/>
                </a:solidFill>
                <a:latin typeface="Arial"/>
                <a:ea typeface="Arial"/>
                <a:cs typeface="Arial"/>
                <a:sym typeface="Arial"/>
              </a:defRPr>
            </a:lvl1pPr>
            <a:lvl2pPr lvl="1" algn="l">
              <a:lnSpc>
                <a:spcPct val="110000"/>
              </a:lnSpc>
              <a:spcBef>
                <a:spcPts val="500"/>
              </a:spcBef>
              <a:spcAft>
                <a:spcPts val="0"/>
              </a:spcAft>
              <a:buClr>
                <a:schemeClr val="dk1"/>
              </a:buClr>
              <a:buSzPts val="1800"/>
              <a:buChar char="•"/>
              <a:defRPr/>
            </a:lvl2pPr>
            <a:lvl3pPr lvl="2" algn="l">
              <a:lnSpc>
                <a:spcPct val="110000"/>
              </a:lnSpc>
              <a:spcBef>
                <a:spcPts val="500"/>
              </a:spcBef>
              <a:spcAft>
                <a:spcPts val="0"/>
              </a:spcAft>
              <a:buClr>
                <a:schemeClr val="dk1"/>
              </a:buClr>
              <a:buSzPts val="1800"/>
              <a:buChar char="•"/>
              <a:defRPr/>
            </a:lvl3pPr>
            <a:lvl4pPr lvl="3" algn="l">
              <a:lnSpc>
                <a:spcPct val="110000"/>
              </a:lnSpc>
              <a:spcBef>
                <a:spcPts val="500"/>
              </a:spcBef>
              <a:spcAft>
                <a:spcPts val="0"/>
              </a:spcAft>
              <a:buClr>
                <a:schemeClr val="dk1"/>
              </a:buClr>
              <a:buSzPts val="1800"/>
              <a:buChar char="•"/>
              <a:defRPr/>
            </a:lvl4pPr>
            <a:lvl5pPr lvl="4" algn="l">
              <a:lnSpc>
                <a:spcPct val="11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33" name="Google Shape;33;p3"/>
          <p:cNvPicPr preferRelativeResize="0"/>
          <p:nvPr/>
        </p:nvPicPr>
        <p:blipFill rotWithShape="1">
          <a:blip r:embed="rId4">
            <a:alphaModFix/>
          </a:blip>
          <a:srcRect b="0" l="0" r="0" t="0"/>
          <a:stretch/>
        </p:blipFill>
        <p:spPr>
          <a:xfrm>
            <a:off x="7168812" y="1206961"/>
            <a:ext cx="3375906" cy="54231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8">
  <p:cSld name="Contenido con imagen 18">
    <p:spTree>
      <p:nvGrpSpPr>
        <p:cNvPr id="34" name="Shape 34"/>
        <p:cNvGrpSpPr/>
        <p:nvPr/>
      </p:nvGrpSpPr>
      <p:grpSpPr>
        <a:xfrm>
          <a:off x="0" y="0"/>
          <a:ext cx="0" cy="0"/>
          <a:chOff x="0" y="0"/>
          <a:chExt cx="0" cy="0"/>
        </a:xfrm>
      </p:grpSpPr>
      <p:pic>
        <p:nvPicPr>
          <p:cNvPr id="35" name="Google Shape;35;p4"/>
          <p:cNvPicPr preferRelativeResize="0"/>
          <p:nvPr>
            <p:ph idx="2" type="pic"/>
          </p:nvPr>
        </p:nvPicPr>
        <p:blipFill/>
        <p:spPr>
          <a:xfrm>
            <a:off x="0" y="1"/>
            <a:ext cx="4800600" cy="4822372"/>
          </a:xfrm>
          <a:prstGeom prst="rect">
            <a:avLst/>
          </a:prstGeom>
          <a:blipFill rotWithShape="1">
            <a:blip r:embed="rId2">
              <a:alphaModFix amt="70000"/>
            </a:blip>
            <a:stretch>
              <a:fillRect b="0" l="0" r="0" t="0"/>
            </a:stretch>
          </a:blipFill>
          <a:ln>
            <a:noFill/>
          </a:ln>
        </p:spPr>
      </p:pic>
      <p:sp>
        <p:nvSpPr>
          <p:cNvPr id="36" name="Google Shape;36;p4"/>
          <p:cNvSpPr txBox="1"/>
          <p:nvPr>
            <p:ph type="title"/>
          </p:nvPr>
        </p:nvSpPr>
        <p:spPr>
          <a:xfrm>
            <a:off x="1002085" y="4374100"/>
            <a:ext cx="3897905" cy="1380814"/>
          </a:xfrm>
          <a:prstGeom prst="rect">
            <a:avLst/>
          </a:prstGeom>
          <a:noFill/>
          <a:ln>
            <a:noFill/>
          </a:ln>
        </p:spPr>
        <p:txBody>
          <a:bodyPr anchorCtr="0" anchor="t" bIns="45700" lIns="137150" spcFirstLastPara="1" rIns="91425" wrap="square" tIns="137150">
            <a:normAutofit/>
          </a:bodyPr>
          <a:lstStyle>
            <a:lvl1pPr lvl="0" algn="l">
              <a:lnSpc>
                <a:spcPct val="90000"/>
              </a:lnSpc>
              <a:spcBef>
                <a:spcPts val="0"/>
              </a:spcBef>
              <a:spcAft>
                <a:spcPts val="0"/>
              </a:spcAft>
              <a:buClr>
                <a:schemeClr val="dk1"/>
              </a:buClr>
              <a:buSzPts val="44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 type="body"/>
          </p:nvPr>
        </p:nvSpPr>
        <p:spPr>
          <a:xfrm>
            <a:off x="5389516" y="685800"/>
            <a:ext cx="5430884" cy="520498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
          <p:cNvSpPr txBox="1"/>
          <p:nvPr>
            <p:ph idx="11" type="ftr"/>
          </p:nvPr>
        </p:nvSpPr>
        <p:spPr>
          <a:xfrm>
            <a:off x="602974" y="6029867"/>
            <a:ext cx="1911096" cy="365126"/>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1" name="Shape 41"/>
        <p:cNvGrpSpPr/>
        <p:nvPr/>
      </p:nvGrpSpPr>
      <p:grpSpPr>
        <a:xfrm>
          <a:off x="0" y="0"/>
          <a:ext cx="0" cy="0"/>
          <a:chOff x="0" y="0"/>
          <a:chExt cx="0" cy="0"/>
        </a:xfrm>
      </p:grpSpPr>
      <p:sp>
        <p:nvSpPr>
          <p:cNvPr id="42" name="Google Shape;42;p5"/>
          <p:cNvSpPr txBox="1"/>
          <p:nvPr>
            <p:ph type="ctrTitle"/>
          </p:nvPr>
        </p:nvSpPr>
        <p:spPr>
          <a:xfrm>
            <a:off x="576072" y="1124712"/>
            <a:ext cx="11036808" cy="317296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000"/>
              <a:buFont typeface="Avenir"/>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1" type="subTitle"/>
          </p:nvPr>
        </p:nvSpPr>
        <p:spPr>
          <a:xfrm>
            <a:off x="576072" y="4727448"/>
            <a:ext cx="11036808" cy="1481328"/>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Clr>
                <a:schemeClr val="dk1"/>
              </a:buClr>
              <a:buSzPts val="2800"/>
              <a:buNone/>
              <a:defRPr sz="28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4" name="Google Shape;44;p5"/>
          <p:cNvSpPr txBox="1"/>
          <p:nvPr>
            <p:ph idx="10" type="dt"/>
          </p:nvPr>
        </p:nvSpPr>
        <p:spPr>
          <a:xfrm>
            <a:off x="576072"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886968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5"/>
          <p:cNvSpPr/>
          <p:nvPr/>
        </p:nvSpPr>
        <p:spPr>
          <a:xfrm rot="5400000">
            <a:off x="857544" y="346791"/>
            <a:ext cx="146304"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flipH="1" rot="10800000">
            <a:off x="578652" y="4501201"/>
            <a:ext cx="11034696" cy="18288"/>
          </a:xfrm>
          <a:prstGeom prst="rect">
            <a:avLst/>
          </a:prstGeom>
          <a:solidFill>
            <a:srgbClr val="C8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6"/>
          <p:cNvSpPr/>
          <p:nvPr/>
        </p:nvSpPr>
        <p:spPr>
          <a:xfrm>
            <a:off x="558210" y="1162033"/>
            <a:ext cx="3740740" cy="4643344"/>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498834" y="1618375"/>
            <a:ext cx="146304" cy="82296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txBox="1"/>
          <p:nvPr>
            <p:ph type="title"/>
          </p:nvPr>
        </p:nvSpPr>
        <p:spPr>
          <a:xfrm>
            <a:off x="868680" y="1709928"/>
            <a:ext cx="3099816" cy="1709928"/>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txBox="1"/>
          <p:nvPr>
            <p:ph idx="1" type="body"/>
          </p:nvPr>
        </p:nvSpPr>
        <p:spPr>
          <a:xfrm>
            <a:off x="4965192" y="1709928"/>
            <a:ext cx="6729984" cy="4096512"/>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0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4" name="Google Shape;54;p6"/>
          <p:cNvSpPr txBox="1"/>
          <p:nvPr>
            <p:ph idx="2" type="body"/>
          </p:nvPr>
        </p:nvSpPr>
        <p:spPr>
          <a:xfrm>
            <a:off x="868680" y="3429000"/>
            <a:ext cx="3099816" cy="20665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5" name="Google Shape;55;p6"/>
          <p:cNvSpPr txBox="1"/>
          <p:nvPr>
            <p:ph idx="10" type="dt"/>
          </p:nvPr>
        </p:nvSpPr>
        <p:spPr>
          <a:xfrm>
            <a:off x="86868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7"/>
          <p:cNvSpPr/>
          <p:nvPr/>
        </p:nvSpPr>
        <p:spPr>
          <a:xfrm>
            <a:off x="665853" y="1533525"/>
            <a:ext cx="10917063" cy="3790950"/>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a:off x="609084" y="2971798"/>
            <a:ext cx="128016" cy="914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txBox="1"/>
          <p:nvPr>
            <p:ph type="title"/>
          </p:nvPr>
        </p:nvSpPr>
        <p:spPr>
          <a:xfrm>
            <a:off x="1078992" y="1938528"/>
            <a:ext cx="10177272" cy="29900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5400"/>
              <a:buFont typeface="Avenir"/>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8"/>
          <p:cNvSpPr/>
          <p:nvPr/>
        </p:nvSpPr>
        <p:spPr>
          <a:xfrm>
            <a:off x="558209" y="0"/>
            <a:ext cx="11167447" cy="2018806"/>
          </a:xfrm>
          <a:prstGeom prst="rect">
            <a:avLst/>
          </a:prstGeom>
          <a:solidFill>
            <a:schemeClr val="lt1"/>
          </a:solidFill>
          <a:ln cap="flat" cmpd="sng" w="9525">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a:off x="566928" y="0"/>
            <a:ext cx="11155680" cy="20116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498834" y="787352"/>
            <a:ext cx="128016"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8"/>
          <p:cNvSpPr txBox="1"/>
          <p:nvPr>
            <p:ph idx="1" type="body"/>
          </p:nvPr>
        </p:nvSpPr>
        <p:spPr>
          <a:xfrm>
            <a:off x="1115568" y="2478024"/>
            <a:ext cx="10168128" cy="369417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8"/>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9"/>
          <p:cNvSpPr/>
          <p:nvPr/>
        </p:nvSpPr>
        <p:spPr>
          <a:xfrm>
            <a:off x="558210" y="4981421"/>
            <a:ext cx="11134956" cy="822960"/>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a:off x="498834" y="5118581"/>
            <a:ext cx="146304" cy="5486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txBox="1"/>
          <p:nvPr>
            <p:ph type="title"/>
          </p:nvPr>
        </p:nvSpPr>
        <p:spPr>
          <a:xfrm>
            <a:off x="557784" y="640080"/>
            <a:ext cx="10890504" cy="4114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600"/>
              <a:buFont typeface="Avenir"/>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9"/>
          <p:cNvSpPr txBox="1"/>
          <p:nvPr>
            <p:ph idx="1" type="body"/>
          </p:nvPr>
        </p:nvSpPr>
        <p:spPr>
          <a:xfrm>
            <a:off x="841248" y="5102352"/>
            <a:ext cx="10607040" cy="585216"/>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000"/>
              <a:buNone/>
              <a:defRPr sz="2000">
                <a:solidFill>
                  <a:schemeClr val="dk1"/>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2" name="Shape 82"/>
        <p:cNvGrpSpPr/>
        <p:nvPr/>
      </p:nvGrpSpPr>
      <p:grpSpPr>
        <a:xfrm>
          <a:off x="0" y="0"/>
          <a:ext cx="0" cy="0"/>
          <a:chOff x="0" y="0"/>
          <a:chExt cx="0" cy="0"/>
        </a:xfrm>
      </p:grpSpPr>
      <p:sp>
        <p:nvSpPr>
          <p:cNvPr id="83" name="Google Shape;83;p10"/>
          <p:cNvSpPr/>
          <p:nvPr/>
        </p:nvSpPr>
        <p:spPr>
          <a:xfrm>
            <a:off x="558209" y="0"/>
            <a:ext cx="11167447" cy="2018806"/>
          </a:xfrm>
          <a:prstGeom prst="rect">
            <a:avLst/>
          </a:prstGeom>
          <a:solidFill>
            <a:schemeClr val="lt1"/>
          </a:solidFill>
          <a:ln cap="flat" cmpd="sng" w="9525">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0"/>
          <p:cNvSpPr/>
          <p:nvPr/>
        </p:nvSpPr>
        <p:spPr>
          <a:xfrm>
            <a:off x="566928" y="0"/>
            <a:ext cx="11155680" cy="20116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0"/>
          <p:cNvSpPr/>
          <p:nvPr/>
        </p:nvSpPr>
        <p:spPr>
          <a:xfrm>
            <a:off x="498834" y="787352"/>
            <a:ext cx="128016"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0"/>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txBox="1"/>
          <p:nvPr>
            <p:ph idx="1" type="body"/>
          </p:nvPr>
        </p:nvSpPr>
        <p:spPr>
          <a:xfrm>
            <a:off x="1115568" y="2478024"/>
            <a:ext cx="4937760" cy="369417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0"/>
          <p:cNvSpPr txBox="1"/>
          <p:nvPr>
            <p:ph idx="2" type="body"/>
          </p:nvPr>
        </p:nvSpPr>
        <p:spPr>
          <a:xfrm>
            <a:off x="6345936" y="2478024"/>
            <a:ext cx="4937760" cy="369417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0"/>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2" name="Shape 92"/>
        <p:cNvGrpSpPr/>
        <p:nvPr/>
      </p:nvGrpSpPr>
      <p:grpSpPr>
        <a:xfrm>
          <a:off x="0" y="0"/>
          <a:ext cx="0" cy="0"/>
          <a:chOff x="0" y="0"/>
          <a:chExt cx="0" cy="0"/>
        </a:xfrm>
      </p:grpSpPr>
      <p:sp>
        <p:nvSpPr>
          <p:cNvPr id="93" name="Google Shape;93;p11"/>
          <p:cNvSpPr/>
          <p:nvPr/>
        </p:nvSpPr>
        <p:spPr>
          <a:xfrm>
            <a:off x="558209" y="0"/>
            <a:ext cx="11167447" cy="2018806"/>
          </a:xfrm>
          <a:prstGeom prst="rect">
            <a:avLst/>
          </a:prstGeom>
          <a:solidFill>
            <a:schemeClr val="lt1"/>
          </a:solidFill>
          <a:ln cap="flat" cmpd="sng" w="9525">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a:off x="566928" y="0"/>
            <a:ext cx="11155680" cy="20116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a:off x="498834" y="787352"/>
            <a:ext cx="128016"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a:off x="1115568" y="2372650"/>
            <a:ext cx="493776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8" name="Google Shape;98;p11"/>
          <p:cNvSpPr txBox="1"/>
          <p:nvPr>
            <p:ph idx="2" type="body"/>
          </p:nvPr>
        </p:nvSpPr>
        <p:spPr>
          <a:xfrm>
            <a:off x="1115568" y="3203688"/>
            <a:ext cx="4937760" cy="2968512"/>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Clr>
                <a:schemeClr val="dk1"/>
              </a:buClr>
              <a:buSzPts val="2400"/>
              <a:buChar char="•"/>
              <a:defRPr sz="2400"/>
            </a:lvl1pPr>
            <a:lvl2pPr indent="-355600" lvl="1" marL="914400" algn="l">
              <a:lnSpc>
                <a:spcPct val="110000"/>
              </a:lnSpc>
              <a:spcBef>
                <a:spcPts val="500"/>
              </a:spcBef>
              <a:spcAft>
                <a:spcPts val="0"/>
              </a:spcAft>
              <a:buClr>
                <a:schemeClr val="dk1"/>
              </a:buClr>
              <a:buSzPts val="2000"/>
              <a:buChar char="•"/>
              <a:defRPr sz="2000"/>
            </a:lvl2pPr>
            <a:lvl3pPr indent="-342900" lvl="2" marL="1371600" algn="l">
              <a:lnSpc>
                <a:spcPct val="110000"/>
              </a:lnSpc>
              <a:spcBef>
                <a:spcPts val="500"/>
              </a:spcBef>
              <a:spcAft>
                <a:spcPts val="0"/>
              </a:spcAft>
              <a:buClr>
                <a:schemeClr val="dk1"/>
              </a:buClr>
              <a:buSzPts val="1800"/>
              <a:buChar char="•"/>
              <a:defRPr sz="1800"/>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11"/>
          <p:cNvSpPr txBox="1"/>
          <p:nvPr>
            <p:ph idx="3" type="body"/>
          </p:nvPr>
        </p:nvSpPr>
        <p:spPr>
          <a:xfrm>
            <a:off x="6345936" y="2372650"/>
            <a:ext cx="493776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p11"/>
          <p:cNvSpPr txBox="1"/>
          <p:nvPr>
            <p:ph idx="4" type="body"/>
          </p:nvPr>
        </p:nvSpPr>
        <p:spPr>
          <a:xfrm>
            <a:off x="6345936" y="3203687"/>
            <a:ext cx="4937760" cy="2968511"/>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Clr>
                <a:schemeClr val="dk1"/>
              </a:buClr>
              <a:buSzPts val="2400"/>
              <a:buChar char="•"/>
              <a:defRPr sz="2400"/>
            </a:lvl1pPr>
            <a:lvl2pPr indent="-355600" lvl="1" marL="914400" algn="l">
              <a:lnSpc>
                <a:spcPct val="110000"/>
              </a:lnSpc>
              <a:spcBef>
                <a:spcPts val="500"/>
              </a:spcBef>
              <a:spcAft>
                <a:spcPts val="0"/>
              </a:spcAft>
              <a:buClr>
                <a:schemeClr val="dk1"/>
              </a:buClr>
              <a:buSzPts val="2000"/>
              <a:buChar char="•"/>
              <a:defRPr sz="2000"/>
            </a:lvl2pPr>
            <a:lvl3pPr indent="-342900" lvl="2" marL="1371600" algn="l">
              <a:lnSpc>
                <a:spcPct val="110000"/>
              </a:lnSpc>
              <a:spcBef>
                <a:spcPts val="500"/>
              </a:spcBef>
              <a:spcAft>
                <a:spcPts val="0"/>
              </a:spcAft>
              <a:buClr>
                <a:schemeClr val="dk1"/>
              </a:buClr>
              <a:buSzPts val="1800"/>
              <a:buChar char="•"/>
              <a:defRPr sz="1800"/>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1"/>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1"/>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13"/>
          <p:cNvSpPr/>
          <p:nvPr/>
        </p:nvSpPr>
        <p:spPr>
          <a:xfrm>
            <a:off x="558210" y="1162033"/>
            <a:ext cx="3740740" cy="4643344"/>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a:off x="498834" y="1618375"/>
            <a:ext cx="146304" cy="82296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txBox="1"/>
          <p:nvPr>
            <p:ph type="title"/>
          </p:nvPr>
        </p:nvSpPr>
        <p:spPr>
          <a:xfrm>
            <a:off x="868680" y="1709928"/>
            <a:ext cx="3099816" cy="1709928"/>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3"/>
          <p:cNvSpPr/>
          <p:nvPr>
            <p:ph idx="2" type="pic"/>
          </p:nvPr>
        </p:nvSpPr>
        <p:spPr>
          <a:xfrm>
            <a:off x="4965192" y="1161288"/>
            <a:ext cx="6729984" cy="4645152"/>
          </a:xfrm>
          <a:prstGeom prst="rect">
            <a:avLst/>
          </a:prstGeom>
          <a:noFill/>
          <a:ln>
            <a:noFill/>
          </a:ln>
        </p:spPr>
      </p:sp>
      <p:sp>
        <p:nvSpPr>
          <p:cNvPr id="113" name="Google Shape;113;p13"/>
          <p:cNvSpPr txBox="1"/>
          <p:nvPr>
            <p:ph idx="1" type="body"/>
          </p:nvPr>
        </p:nvSpPr>
        <p:spPr>
          <a:xfrm>
            <a:off x="868680" y="3438144"/>
            <a:ext cx="3099816" cy="20574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4" name="Google Shape;114;p13"/>
          <p:cNvSpPr txBox="1"/>
          <p:nvPr>
            <p:ph idx="10" type="dt"/>
          </p:nvPr>
        </p:nvSpPr>
        <p:spPr>
          <a:xfrm>
            <a:off x="86868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 name="Shape 117"/>
        <p:cNvGrpSpPr/>
        <p:nvPr/>
      </p:nvGrpSpPr>
      <p:grpSpPr>
        <a:xfrm>
          <a:off x="0" y="0"/>
          <a:ext cx="0" cy="0"/>
          <a:chOff x="0" y="0"/>
          <a:chExt cx="0" cy="0"/>
        </a:xfrm>
      </p:grpSpPr>
      <p:sp>
        <p:nvSpPr>
          <p:cNvPr id="118" name="Google Shape;11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3" name="Shape 123"/>
        <p:cNvGrpSpPr/>
        <p:nvPr/>
      </p:nvGrpSpPr>
      <p:grpSpPr>
        <a:xfrm>
          <a:off x="0" y="0"/>
          <a:ext cx="0" cy="0"/>
          <a:chOff x="0" y="0"/>
          <a:chExt cx="0" cy="0"/>
        </a:xfrm>
      </p:grpSpPr>
      <p:sp>
        <p:nvSpPr>
          <p:cNvPr id="124" name="Google Shape;124;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3">
  <p:cSld name="Título con imagen 3">
    <p:spTree>
      <p:nvGrpSpPr>
        <p:cNvPr id="129" name="Shape 129"/>
        <p:cNvGrpSpPr/>
        <p:nvPr/>
      </p:nvGrpSpPr>
      <p:grpSpPr>
        <a:xfrm>
          <a:off x="0" y="0"/>
          <a:ext cx="0" cy="0"/>
          <a:chOff x="0" y="0"/>
          <a:chExt cx="0" cy="0"/>
        </a:xfrm>
      </p:grpSpPr>
      <p:sp>
        <p:nvSpPr>
          <p:cNvPr id="130" name="Google Shape;130;p16"/>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cxnSp>
        <p:nvCxnSpPr>
          <p:cNvPr id="131" name="Google Shape;131;p16"/>
          <p:cNvCxnSpPr/>
          <p:nvPr/>
        </p:nvCxnSpPr>
        <p:spPr>
          <a:xfrm>
            <a:off x="11502895" y="1090397"/>
            <a:ext cx="0" cy="4396003"/>
          </a:xfrm>
          <a:prstGeom prst="straightConnector1">
            <a:avLst/>
          </a:prstGeom>
          <a:noFill/>
          <a:ln cap="flat" cmpd="sng" w="12700">
            <a:solidFill>
              <a:schemeClr val="dk2">
                <a:alpha val="74901"/>
              </a:schemeClr>
            </a:solidFill>
            <a:prstDash val="solid"/>
            <a:miter lim="800000"/>
            <a:headEnd len="sm" w="sm" type="none"/>
            <a:tailEnd len="sm" w="sm" type="none"/>
          </a:ln>
        </p:spPr>
      </p:cxnSp>
      <p:pic>
        <p:nvPicPr>
          <p:cNvPr id="132" name="Google Shape;132;p16"/>
          <p:cNvPicPr preferRelativeResize="0"/>
          <p:nvPr>
            <p:ph idx="2" type="pic"/>
          </p:nvPr>
        </p:nvPicPr>
        <p:blipFill/>
        <p:spPr>
          <a:xfrm>
            <a:off x="-791" y="1371600"/>
            <a:ext cx="6706392" cy="5486400"/>
          </a:xfrm>
          <a:prstGeom prst="rect">
            <a:avLst/>
          </a:prstGeom>
          <a:blipFill rotWithShape="1">
            <a:blip r:embed="rId2">
              <a:alphaModFix amt="70000"/>
            </a:blip>
            <a:stretch>
              <a:fillRect b="0" l="0" r="0" t="0"/>
            </a:stretch>
          </a:blipFill>
          <a:ln>
            <a:noFill/>
          </a:ln>
        </p:spPr>
      </p:pic>
      <p:sp>
        <p:nvSpPr>
          <p:cNvPr id="133" name="Google Shape;133;p16"/>
          <p:cNvSpPr txBox="1"/>
          <p:nvPr>
            <p:ph type="ctrTitle"/>
          </p:nvPr>
        </p:nvSpPr>
        <p:spPr>
          <a:xfrm>
            <a:off x="4133850" y="685799"/>
            <a:ext cx="6373670" cy="2743201"/>
          </a:xfrm>
          <a:prstGeom prst="rect">
            <a:avLst/>
          </a:prstGeom>
          <a:solidFill>
            <a:schemeClr val="lt2"/>
          </a:solidFill>
          <a:ln>
            <a:noFill/>
          </a:ln>
        </p:spPr>
        <p:txBody>
          <a:bodyPr anchorCtr="0" anchor="b" bIns="91425" lIns="182875" spcFirstLastPara="1" rIns="91425" wrap="square" tIns="45700">
            <a:normAutofit/>
          </a:bodyPr>
          <a:lstStyle>
            <a:lvl1pPr lvl="0" algn="l">
              <a:lnSpc>
                <a:spcPct val="80000"/>
              </a:lnSpc>
              <a:spcBef>
                <a:spcPts val="0"/>
              </a:spcBef>
              <a:spcAft>
                <a:spcPts val="0"/>
              </a:spcAft>
              <a:buClr>
                <a:schemeClr val="accent1"/>
              </a:buClr>
              <a:buSzPts val="6800"/>
              <a:buFont typeface="Avenir"/>
              <a:buNone/>
              <a:defRPr sz="6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6"/>
          <p:cNvSpPr txBox="1"/>
          <p:nvPr>
            <p:ph idx="1" type="subTitle"/>
          </p:nvPr>
        </p:nvSpPr>
        <p:spPr>
          <a:xfrm>
            <a:off x="7500457" y="5570290"/>
            <a:ext cx="4114799" cy="699518"/>
          </a:xfrm>
          <a:prstGeom prst="rect">
            <a:avLst/>
          </a:prstGeom>
          <a:noFill/>
          <a:ln>
            <a:noFill/>
          </a:ln>
        </p:spPr>
        <p:txBody>
          <a:bodyPr anchorCtr="0" anchor="b" bIns="45700" lIns="91425" spcFirstLastPara="1" rIns="91425" wrap="square" tIns="45700">
            <a:normAutofit/>
          </a:bodyPr>
          <a:lstStyle>
            <a:lvl1pPr lvl="0" algn="r">
              <a:lnSpc>
                <a:spcPct val="110000"/>
              </a:lnSpc>
              <a:spcBef>
                <a:spcPts val="1000"/>
              </a:spcBef>
              <a:spcAft>
                <a:spcPts val="0"/>
              </a:spcAft>
              <a:buClr>
                <a:srgbClr val="06702C"/>
              </a:buClr>
              <a:buSzPts val="1600"/>
              <a:buNone/>
              <a:defRPr sz="1600" cap="none">
                <a:solidFill>
                  <a:srgbClr val="06702C"/>
                </a:solidFill>
                <a:latin typeface="Avenir"/>
                <a:ea typeface="Avenir"/>
                <a:cs typeface="Avenir"/>
                <a:sym typeface="Avenir"/>
              </a:defRPr>
            </a:lvl1pPr>
            <a:lvl2pPr lvl="1" algn="l">
              <a:lnSpc>
                <a:spcPct val="110000"/>
              </a:lnSpc>
              <a:spcBef>
                <a:spcPts val="500"/>
              </a:spcBef>
              <a:spcAft>
                <a:spcPts val="0"/>
              </a:spcAft>
              <a:buClr>
                <a:schemeClr val="dk1"/>
              </a:buClr>
              <a:buSzPts val="1800"/>
              <a:buChar char="•"/>
              <a:defRPr/>
            </a:lvl2pPr>
            <a:lvl3pPr lvl="2" algn="l">
              <a:lnSpc>
                <a:spcPct val="110000"/>
              </a:lnSpc>
              <a:spcBef>
                <a:spcPts val="500"/>
              </a:spcBef>
              <a:spcAft>
                <a:spcPts val="0"/>
              </a:spcAft>
              <a:buClr>
                <a:schemeClr val="dk1"/>
              </a:buClr>
              <a:buSzPts val="1800"/>
              <a:buChar char="•"/>
              <a:defRPr/>
            </a:lvl3pPr>
            <a:lvl4pPr lvl="3" algn="l">
              <a:lnSpc>
                <a:spcPct val="110000"/>
              </a:lnSpc>
              <a:spcBef>
                <a:spcPts val="500"/>
              </a:spcBef>
              <a:spcAft>
                <a:spcPts val="0"/>
              </a:spcAft>
              <a:buClr>
                <a:schemeClr val="dk1"/>
              </a:buClr>
              <a:buSzPts val="1800"/>
              <a:buChar char="•"/>
              <a:defRPr/>
            </a:lvl4pPr>
            <a:lvl5pPr lvl="4" algn="l">
              <a:lnSpc>
                <a:spcPct val="11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35" name="Google Shape;135;p16"/>
          <p:cNvSpPr txBox="1"/>
          <p:nvPr>
            <p:ph idx="12" type="sldNum"/>
          </p:nvPr>
        </p:nvSpPr>
        <p:spPr>
          <a:xfrm>
            <a:off x="145716" y="508084"/>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16"/>
          <p:cNvSpPr txBox="1"/>
          <p:nvPr>
            <p:ph idx="10" type="dt"/>
          </p:nvPr>
        </p:nvSpPr>
        <p:spPr>
          <a:xfrm>
            <a:off x="603663" y="508084"/>
            <a:ext cx="1203320"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6"/>
          <p:cNvSpPr txBox="1"/>
          <p:nvPr>
            <p:ph idx="11" type="ftr"/>
          </p:nvPr>
        </p:nvSpPr>
        <p:spPr>
          <a:xfrm>
            <a:off x="10134603" y="612063"/>
            <a:ext cx="1487296" cy="478334"/>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1">
  <p:cSld name="INTERIOR 1">
    <p:spTree>
      <p:nvGrpSpPr>
        <p:cNvPr id="145" name="Shape 145"/>
        <p:cNvGrpSpPr/>
        <p:nvPr/>
      </p:nvGrpSpPr>
      <p:grpSpPr>
        <a:xfrm>
          <a:off x="0" y="0"/>
          <a:ext cx="0" cy="0"/>
          <a:chOff x="0" y="0"/>
          <a:chExt cx="0" cy="0"/>
        </a:xfrm>
      </p:grpSpPr>
      <p:sp>
        <p:nvSpPr>
          <p:cNvPr id="146" name="Google Shape;146;p18"/>
          <p:cNvSpPr txBox="1"/>
          <p:nvPr>
            <p:ph idx="1" type="body"/>
          </p:nvPr>
        </p:nvSpPr>
        <p:spPr>
          <a:xfrm>
            <a:off x="654685" y="551041"/>
            <a:ext cx="4916775" cy="469685"/>
          </a:xfrm>
          <a:prstGeom prst="rect">
            <a:avLst/>
          </a:prstGeom>
          <a:noFill/>
          <a:ln>
            <a:noFill/>
          </a:ln>
        </p:spPr>
        <p:txBody>
          <a:bodyPr anchorCtr="0" anchor="t" bIns="45700" lIns="91425" spcFirstLastPara="1" rIns="91425" wrap="square" tIns="45700">
            <a:noAutofit/>
          </a:bodyPr>
          <a:lstStyle>
            <a:lvl1pPr indent="-431800" lvl="0" marL="457200" algn="l">
              <a:lnSpc>
                <a:spcPct val="120000"/>
              </a:lnSpc>
              <a:spcBef>
                <a:spcPts val="1000"/>
              </a:spcBef>
              <a:spcAft>
                <a:spcPts val="0"/>
              </a:spcAft>
              <a:buClr>
                <a:schemeClr val="dk1"/>
              </a:buClr>
              <a:buSzPts val="3200"/>
              <a:buChar char="•"/>
              <a:defRPr b="1" sz="3200">
                <a:solidFill>
                  <a:schemeClr val="dk1"/>
                </a:solidFill>
                <a:latin typeface="Arial"/>
                <a:ea typeface="Arial"/>
                <a:cs typeface="Arial"/>
                <a:sym typeface="Aria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8"/>
          <p:cNvSpPr txBox="1"/>
          <p:nvPr>
            <p:ph idx="2" type="body"/>
          </p:nvPr>
        </p:nvSpPr>
        <p:spPr>
          <a:xfrm>
            <a:off x="640715" y="1137571"/>
            <a:ext cx="4930746" cy="553006"/>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sz="1400">
                <a:latin typeface="Arial"/>
                <a:ea typeface="Arial"/>
                <a:cs typeface="Arial"/>
                <a:sym typeface="Aria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8"/>
          <p:cNvSpPr/>
          <p:nvPr/>
        </p:nvSpPr>
        <p:spPr>
          <a:xfrm>
            <a:off x="0" y="0"/>
            <a:ext cx="552893" cy="552893"/>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grpSp>
        <p:nvGrpSpPr>
          <p:cNvPr id="149" name="Google Shape;149;p18"/>
          <p:cNvGrpSpPr/>
          <p:nvPr/>
        </p:nvGrpSpPr>
        <p:grpSpPr>
          <a:xfrm>
            <a:off x="10559057" y="6273209"/>
            <a:ext cx="1405046" cy="320981"/>
            <a:chOff x="8941676" y="5879067"/>
            <a:chExt cx="2618358" cy="598161"/>
          </a:xfrm>
        </p:grpSpPr>
        <p:sp>
          <p:nvSpPr>
            <p:cNvPr id="150" name="Google Shape;150;p18"/>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151" name="Google Shape;151;p18"/>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grpSp>
          <p:nvGrpSpPr>
            <p:cNvPr id="152" name="Google Shape;152;p18"/>
            <p:cNvGrpSpPr/>
            <p:nvPr/>
          </p:nvGrpSpPr>
          <p:grpSpPr>
            <a:xfrm>
              <a:off x="11114331" y="5879067"/>
              <a:ext cx="445703" cy="598161"/>
              <a:chOff x="18406074" y="10234089"/>
              <a:chExt cx="445703" cy="598161"/>
            </a:xfrm>
          </p:grpSpPr>
          <p:sp>
            <p:nvSpPr>
              <p:cNvPr id="153" name="Google Shape;153;p18"/>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154" name="Google Shape;154;p18"/>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155" name="Google Shape;155;p18"/>
          <p:cNvPicPr preferRelativeResize="0"/>
          <p:nvPr/>
        </p:nvPicPr>
        <p:blipFill rotWithShape="1">
          <a:blip r:embed="rId3">
            <a:alphaModFix/>
          </a:blip>
          <a:srcRect b="0" l="0" r="0" t="0"/>
          <a:stretch/>
        </p:blipFill>
        <p:spPr>
          <a:xfrm rot="5400000">
            <a:off x="2714468" y="4342374"/>
            <a:ext cx="119408" cy="423897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p:cSld name="Título con imagen">
    <p:spTree>
      <p:nvGrpSpPr>
        <p:cNvPr id="156" name="Shape 156"/>
        <p:cNvGrpSpPr/>
        <p:nvPr/>
      </p:nvGrpSpPr>
      <p:grpSpPr>
        <a:xfrm>
          <a:off x="0" y="0"/>
          <a:ext cx="0" cy="0"/>
          <a:chOff x="0" y="0"/>
          <a:chExt cx="0" cy="0"/>
        </a:xfrm>
      </p:grpSpPr>
      <p:sp>
        <p:nvSpPr>
          <p:cNvPr id="157" name="Google Shape;157;p1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58" name="Google Shape;158;p19"/>
          <p:cNvCxnSpPr/>
          <p:nvPr/>
        </p:nvCxnSpPr>
        <p:spPr>
          <a:xfrm>
            <a:off x="11506200" y="637890"/>
            <a:ext cx="0" cy="5572410"/>
          </a:xfrm>
          <a:prstGeom prst="straightConnector1">
            <a:avLst/>
          </a:prstGeom>
          <a:noFill/>
          <a:ln cap="flat" cmpd="sng" w="12700">
            <a:solidFill>
              <a:schemeClr val="dk2">
                <a:alpha val="50196"/>
              </a:schemeClr>
            </a:solidFill>
            <a:prstDash val="solid"/>
            <a:miter lim="800000"/>
            <a:headEnd len="sm" w="sm" type="none"/>
            <a:tailEnd len="sm" w="sm" type="none"/>
          </a:ln>
        </p:spPr>
      </p:cxnSp>
      <p:cxnSp>
        <p:nvCxnSpPr>
          <p:cNvPr id="159" name="Google Shape;159;p19"/>
          <p:cNvCxnSpPr/>
          <p:nvPr/>
        </p:nvCxnSpPr>
        <p:spPr>
          <a:xfrm>
            <a:off x="696332" y="768924"/>
            <a:ext cx="0" cy="4800600"/>
          </a:xfrm>
          <a:prstGeom prst="straightConnector1">
            <a:avLst/>
          </a:prstGeom>
          <a:noFill/>
          <a:ln cap="flat" cmpd="sng" w="12700">
            <a:solidFill>
              <a:schemeClr val="dk2">
                <a:alpha val="74901"/>
              </a:schemeClr>
            </a:solidFill>
            <a:prstDash val="solid"/>
            <a:miter lim="800000"/>
            <a:headEnd len="sm" w="sm" type="none"/>
            <a:tailEnd len="sm" w="sm" type="none"/>
          </a:ln>
        </p:spPr>
      </p:cxnSp>
      <p:pic>
        <p:nvPicPr>
          <p:cNvPr id="160" name="Google Shape;160;p19"/>
          <p:cNvPicPr preferRelativeResize="0"/>
          <p:nvPr>
            <p:ph idx="2" type="pic"/>
          </p:nvPr>
        </p:nvPicPr>
        <p:blipFill/>
        <p:spPr>
          <a:xfrm>
            <a:off x="5503863" y="1354138"/>
            <a:ext cx="5322887" cy="4481512"/>
          </a:xfrm>
          <a:prstGeom prst="rect">
            <a:avLst/>
          </a:prstGeom>
          <a:blipFill rotWithShape="1">
            <a:blip r:embed="rId2">
              <a:alphaModFix amt="70000"/>
            </a:blip>
            <a:stretch>
              <a:fillRect b="0" l="0" r="0" t="0"/>
            </a:stretch>
          </a:blipFill>
          <a:ln>
            <a:noFill/>
          </a:ln>
        </p:spPr>
      </p:pic>
      <p:sp>
        <p:nvSpPr>
          <p:cNvPr id="161" name="Google Shape;161;p19"/>
          <p:cNvSpPr txBox="1"/>
          <p:nvPr>
            <p:ph type="ctrTitle"/>
          </p:nvPr>
        </p:nvSpPr>
        <p:spPr>
          <a:xfrm>
            <a:off x="914400" y="831992"/>
            <a:ext cx="5897880" cy="4258956"/>
          </a:xfrm>
          <a:prstGeom prst="rect">
            <a:avLst/>
          </a:prstGeom>
          <a:solidFill>
            <a:schemeClr val="lt2"/>
          </a:solidFill>
          <a:ln>
            <a:noFill/>
          </a:ln>
        </p:spPr>
        <p:txBody>
          <a:bodyPr anchorCtr="0" anchor="b" bIns="91425" lIns="182875" spcFirstLastPara="1" rIns="228600" wrap="square" tIns="45700">
            <a:normAutofit/>
          </a:bodyPr>
          <a:lstStyle>
            <a:lvl1pPr lvl="0" algn="r">
              <a:lnSpc>
                <a:spcPct val="80000"/>
              </a:lnSpc>
              <a:spcBef>
                <a:spcPts val="0"/>
              </a:spcBef>
              <a:spcAft>
                <a:spcPts val="0"/>
              </a:spcAft>
              <a:buClr>
                <a:schemeClr val="accent1"/>
              </a:buClr>
              <a:buSzPts val="7200"/>
              <a:buFont typeface="Oswald SemiBold"/>
              <a:buNone/>
              <a:defRPr sz="7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19"/>
          <p:cNvSpPr txBox="1"/>
          <p:nvPr>
            <p:ph idx="1" type="subTitle"/>
          </p:nvPr>
        </p:nvSpPr>
        <p:spPr>
          <a:xfrm>
            <a:off x="605431" y="5372809"/>
            <a:ext cx="2364946" cy="909119"/>
          </a:xfrm>
          <a:prstGeom prst="rect">
            <a:avLst/>
          </a:prstGeom>
          <a:solidFill>
            <a:schemeClr val="lt2"/>
          </a:solidFill>
          <a:ln>
            <a:noFill/>
          </a:ln>
        </p:spPr>
        <p:txBody>
          <a:bodyPr anchorCtr="0" anchor="b" bIns="45700" lIns="91425" spcFirstLastPara="1" rIns="91425" wrap="square" tIns="45700">
            <a:normAutofit/>
          </a:bodyPr>
          <a:lstStyle>
            <a:lvl1pPr lvl="0" algn="l">
              <a:lnSpc>
                <a:spcPct val="10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63" name="Google Shape;163;p19"/>
          <p:cNvSpPr txBox="1"/>
          <p:nvPr>
            <p:ph idx="11" type="ftr"/>
          </p:nvPr>
        </p:nvSpPr>
        <p:spPr>
          <a:xfrm>
            <a:off x="9547529" y="612251"/>
            <a:ext cx="2070397" cy="518965"/>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9"/>
          <p:cNvSpPr txBox="1"/>
          <p:nvPr>
            <p:ph idx="10" type="dt"/>
          </p:nvPr>
        </p:nvSpPr>
        <p:spPr>
          <a:xfrm rot="5400000">
            <a:off x="10897326" y="5229935"/>
            <a:ext cx="1223795" cy="365125"/>
          </a:xfrm>
          <a:prstGeom prst="rect">
            <a:avLst/>
          </a:prstGeom>
          <a:solidFill>
            <a:schemeClr val="lt2"/>
          </a:solidFill>
          <a:ln>
            <a:noFill/>
          </a:ln>
        </p:spPr>
        <p:txBody>
          <a:bodyPr anchorCtr="0" anchor="ctr" bIns="45700" lIns="91425" spcFirstLastPara="1" rIns="18287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9"/>
          <p:cNvSpPr txBox="1"/>
          <p:nvPr>
            <p:ph idx="12" type="sldNum"/>
          </p:nvPr>
        </p:nvSpPr>
        <p:spPr>
          <a:xfrm>
            <a:off x="11201400" y="6029866"/>
            <a:ext cx="461438" cy="365125"/>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type="obj">
  <p:cSld name="OBJECT">
    <p:spTree>
      <p:nvGrpSpPr>
        <p:cNvPr id="166" name="Shape 166"/>
        <p:cNvGrpSpPr/>
        <p:nvPr/>
      </p:nvGrpSpPr>
      <p:grpSpPr>
        <a:xfrm>
          <a:off x="0" y="0"/>
          <a:ext cx="0" cy="0"/>
          <a:chOff x="0" y="0"/>
          <a:chExt cx="0" cy="0"/>
        </a:xfrm>
      </p:grpSpPr>
      <p:sp>
        <p:nvSpPr>
          <p:cNvPr id="167" name="Google Shape;167;p20"/>
          <p:cNvSpPr txBox="1"/>
          <p:nvPr>
            <p:ph type="title"/>
          </p:nvPr>
        </p:nvSpPr>
        <p:spPr>
          <a:xfrm>
            <a:off x="602986" y="265728"/>
            <a:ext cx="10981137" cy="1325563"/>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20"/>
          <p:cNvSpPr txBox="1"/>
          <p:nvPr>
            <p:ph idx="1" type="body"/>
          </p:nvPr>
        </p:nvSpPr>
        <p:spPr>
          <a:xfrm>
            <a:off x="602986" y="1736176"/>
            <a:ext cx="10981137" cy="419886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20"/>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0"/>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0"/>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2">
  <p:cSld name="Título con imagen 2">
    <p:spTree>
      <p:nvGrpSpPr>
        <p:cNvPr id="172" name="Shape 172"/>
        <p:cNvGrpSpPr/>
        <p:nvPr/>
      </p:nvGrpSpPr>
      <p:grpSpPr>
        <a:xfrm>
          <a:off x="0" y="0"/>
          <a:ext cx="0" cy="0"/>
          <a:chOff x="0" y="0"/>
          <a:chExt cx="0" cy="0"/>
        </a:xfrm>
      </p:grpSpPr>
      <p:sp>
        <p:nvSpPr>
          <p:cNvPr id="173" name="Google Shape;173;p2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74" name="Google Shape;174;p21"/>
          <p:cNvCxnSpPr/>
          <p:nvPr/>
        </p:nvCxnSpPr>
        <p:spPr>
          <a:xfrm>
            <a:off x="11506200" y="637890"/>
            <a:ext cx="0" cy="5572410"/>
          </a:xfrm>
          <a:prstGeom prst="straightConnector1">
            <a:avLst/>
          </a:prstGeom>
          <a:noFill/>
          <a:ln cap="flat" cmpd="sng" w="12700">
            <a:solidFill>
              <a:schemeClr val="dk2">
                <a:alpha val="50196"/>
              </a:schemeClr>
            </a:solidFill>
            <a:prstDash val="solid"/>
            <a:miter lim="800000"/>
            <a:headEnd len="sm" w="sm" type="none"/>
            <a:tailEnd len="sm" w="sm" type="none"/>
          </a:ln>
        </p:spPr>
      </p:cxnSp>
      <p:pic>
        <p:nvPicPr>
          <p:cNvPr id="175" name="Google Shape;175;p21"/>
          <p:cNvPicPr preferRelativeResize="0"/>
          <p:nvPr>
            <p:ph idx="2" type="pic"/>
          </p:nvPr>
        </p:nvPicPr>
        <p:blipFill/>
        <p:spPr>
          <a:xfrm>
            <a:off x="0" y="0"/>
            <a:ext cx="8077200" cy="5486400"/>
          </a:xfrm>
          <a:prstGeom prst="rect">
            <a:avLst/>
          </a:prstGeom>
          <a:blipFill rotWithShape="1">
            <a:blip r:embed="rId2">
              <a:alphaModFix amt="70000"/>
            </a:blip>
            <a:stretch>
              <a:fillRect b="0" l="0" r="0" t="0"/>
            </a:stretch>
          </a:blipFill>
          <a:ln>
            <a:noFill/>
          </a:ln>
        </p:spPr>
      </p:pic>
      <p:sp>
        <p:nvSpPr>
          <p:cNvPr id="176" name="Google Shape;176;p21"/>
          <p:cNvSpPr txBox="1"/>
          <p:nvPr>
            <p:ph type="ctrTitle"/>
          </p:nvPr>
        </p:nvSpPr>
        <p:spPr>
          <a:xfrm>
            <a:off x="4004737" y="3339967"/>
            <a:ext cx="6838935" cy="2657530"/>
          </a:xfrm>
          <a:prstGeom prst="rect">
            <a:avLst/>
          </a:prstGeom>
          <a:solidFill>
            <a:schemeClr val="lt2"/>
          </a:solidFill>
          <a:ln>
            <a:noFill/>
          </a:ln>
        </p:spPr>
        <p:txBody>
          <a:bodyPr anchorCtr="0" anchor="t" bIns="137150" lIns="137150" spcFirstLastPara="1" rIns="91425" wrap="square" tIns="228600">
            <a:normAutofit/>
          </a:bodyPr>
          <a:lstStyle>
            <a:lvl1pPr lvl="0" algn="l">
              <a:lnSpc>
                <a:spcPct val="80000"/>
              </a:lnSpc>
              <a:spcBef>
                <a:spcPts val="0"/>
              </a:spcBef>
              <a:spcAft>
                <a:spcPts val="0"/>
              </a:spcAft>
              <a:buClr>
                <a:schemeClr val="accent1"/>
              </a:buClr>
              <a:buSzPts val="6800"/>
              <a:buFont typeface="Oswald SemiBold"/>
              <a:buNone/>
              <a:defRPr sz="6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1"/>
          <p:cNvSpPr txBox="1"/>
          <p:nvPr>
            <p:ph idx="1" type="subTitle"/>
          </p:nvPr>
        </p:nvSpPr>
        <p:spPr>
          <a:xfrm>
            <a:off x="4004737" y="5997496"/>
            <a:ext cx="6881278" cy="582705"/>
          </a:xfrm>
          <a:prstGeom prst="rect">
            <a:avLst/>
          </a:prstGeom>
          <a:noFill/>
          <a:ln>
            <a:noFill/>
          </a:ln>
        </p:spPr>
        <p:txBody>
          <a:bodyPr anchorCtr="0" anchor="t" bIns="45700" lIns="164575" spcFirstLastPara="1" rIns="91425" wrap="square" tIns="45700">
            <a:normAutofit/>
          </a:bodyPr>
          <a:lstStyle>
            <a:lvl1pPr lvl="0" algn="l">
              <a:lnSpc>
                <a:spcPct val="12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78" name="Google Shape;178;p21"/>
          <p:cNvSpPr txBox="1"/>
          <p:nvPr>
            <p:ph idx="11" type="ftr"/>
          </p:nvPr>
        </p:nvSpPr>
        <p:spPr>
          <a:xfrm>
            <a:off x="8465270" y="446266"/>
            <a:ext cx="3156629" cy="582705"/>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1"/>
          <p:cNvSpPr txBox="1"/>
          <p:nvPr>
            <p:ph idx="10" type="dt"/>
          </p:nvPr>
        </p:nvSpPr>
        <p:spPr>
          <a:xfrm rot="5400000">
            <a:off x="10890996" y="5229935"/>
            <a:ext cx="1223793" cy="365125"/>
          </a:xfrm>
          <a:prstGeom prst="rect">
            <a:avLst/>
          </a:prstGeom>
          <a:solidFill>
            <a:schemeClr val="lt2"/>
          </a:solidFill>
          <a:ln>
            <a:noFill/>
          </a:ln>
        </p:spPr>
        <p:txBody>
          <a:bodyPr anchorCtr="0" anchor="ctr" bIns="45700" lIns="91425" spcFirstLastPara="1" rIns="18287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1"/>
          <p:cNvSpPr txBox="1"/>
          <p:nvPr>
            <p:ph idx="12" type="sldNum"/>
          </p:nvPr>
        </p:nvSpPr>
        <p:spPr>
          <a:xfrm>
            <a:off x="11219688" y="6029868"/>
            <a:ext cx="429372" cy="365125"/>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3">
  <p:cSld name="Título con imagen 3">
    <p:spTree>
      <p:nvGrpSpPr>
        <p:cNvPr id="181" name="Shape 181"/>
        <p:cNvGrpSpPr/>
        <p:nvPr/>
      </p:nvGrpSpPr>
      <p:grpSpPr>
        <a:xfrm>
          <a:off x="0" y="0"/>
          <a:ext cx="0" cy="0"/>
          <a:chOff x="0" y="0"/>
          <a:chExt cx="0" cy="0"/>
        </a:xfrm>
      </p:grpSpPr>
      <p:sp>
        <p:nvSpPr>
          <p:cNvPr id="182" name="Google Shape;182;p2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83" name="Google Shape;183;p22"/>
          <p:cNvCxnSpPr/>
          <p:nvPr/>
        </p:nvCxnSpPr>
        <p:spPr>
          <a:xfrm>
            <a:off x="11502895" y="1090397"/>
            <a:ext cx="0" cy="4396003"/>
          </a:xfrm>
          <a:prstGeom prst="straightConnector1">
            <a:avLst/>
          </a:prstGeom>
          <a:noFill/>
          <a:ln cap="flat" cmpd="sng" w="12700">
            <a:solidFill>
              <a:schemeClr val="dk2">
                <a:alpha val="74901"/>
              </a:schemeClr>
            </a:solidFill>
            <a:prstDash val="solid"/>
            <a:miter lim="800000"/>
            <a:headEnd len="sm" w="sm" type="none"/>
            <a:tailEnd len="sm" w="sm" type="none"/>
          </a:ln>
        </p:spPr>
      </p:cxnSp>
      <p:pic>
        <p:nvPicPr>
          <p:cNvPr id="184" name="Google Shape;184;p22"/>
          <p:cNvPicPr preferRelativeResize="0"/>
          <p:nvPr>
            <p:ph idx="2" type="pic"/>
          </p:nvPr>
        </p:nvPicPr>
        <p:blipFill/>
        <p:spPr>
          <a:xfrm>
            <a:off x="-791" y="1371600"/>
            <a:ext cx="6706392" cy="5486400"/>
          </a:xfrm>
          <a:prstGeom prst="rect">
            <a:avLst/>
          </a:prstGeom>
          <a:blipFill rotWithShape="1">
            <a:blip r:embed="rId2">
              <a:alphaModFix amt="70000"/>
            </a:blip>
            <a:stretch>
              <a:fillRect b="0" l="0" r="0" t="0"/>
            </a:stretch>
          </a:blipFill>
          <a:ln>
            <a:noFill/>
          </a:ln>
        </p:spPr>
      </p:pic>
      <p:sp>
        <p:nvSpPr>
          <p:cNvPr id="185" name="Google Shape;185;p22"/>
          <p:cNvSpPr txBox="1"/>
          <p:nvPr>
            <p:ph type="ctrTitle"/>
          </p:nvPr>
        </p:nvSpPr>
        <p:spPr>
          <a:xfrm>
            <a:off x="4133850" y="685799"/>
            <a:ext cx="6373670" cy="2743201"/>
          </a:xfrm>
          <a:prstGeom prst="rect">
            <a:avLst/>
          </a:prstGeom>
          <a:solidFill>
            <a:schemeClr val="lt2"/>
          </a:solidFill>
          <a:ln>
            <a:noFill/>
          </a:ln>
        </p:spPr>
        <p:txBody>
          <a:bodyPr anchorCtr="0" anchor="b" bIns="91425" lIns="182875" spcFirstLastPara="1" rIns="91425" wrap="square" tIns="45700">
            <a:normAutofit/>
          </a:bodyPr>
          <a:lstStyle>
            <a:lvl1pPr lvl="0" algn="l">
              <a:lnSpc>
                <a:spcPct val="80000"/>
              </a:lnSpc>
              <a:spcBef>
                <a:spcPts val="0"/>
              </a:spcBef>
              <a:spcAft>
                <a:spcPts val="0"/>
              </a:spcAft>
              <a:buClr>
                <a:schemeClr val="accent1"/>
              </a:buClr>
              <a:buSzPts val="6800"/>
              <a:buFont typeface="Oswald SemiBold"/>
              <a:buNone/>
              <a:defRPr sz="6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22"/>
          <p:cNvSpPr txBox="1"/>
          <p:nvPr>
            <p:ph idx="1" type="subTitle"/>
          </p:nvPr>
        </p:nvSpPr>
        <p:spPr>
          <a:xfrm>
            <a:off x="7500457" y="5570290"/>
            <a:ext cx="4114799" cy="699518"/>
          </a:xfrm>
          <a:prstGeom prst="rect">
            <a:avLst/>
          </a:prstGeom>
          <a:noFill/>
          <a:ln>
            <a:noFill/>
          </a:ln>
        </p:spPr>
        <p:txBody>
          <a:bodyPr anchorCtr="0" anchor="b" bIns="45700" lIns="91425" spcFirstLastPara="1" rIns="91425" wrap="square" tIns="45700">
            <a:normAutofit/>
          </a:bodyPr>
          <a:lstStyle>
            <a:lvl1pPr lvl="0" algn="r">
              <a:lnSpc>
                <a:spcPct val="12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87" name="Google Shape;187;p22"/>
          <p:cNvSpPr txBox="1"/>
          <p:nvPr>
            <p:ph idx="12" type="sldNum"/>
          </p:nvPr>
        </p:nvSpPr>
        <p:spPr>
          <a:xfrm>
            <a:off x="145716" y="508084"/>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22"/>
          <p:cNvSpPr txBox="1"/>
          <p:nvPr>
            <p:ph idx="10" type="dt"/>
          </p:nvPr>
        </p:nvSpPr>
        <p:spPr>
          <a:xfrm>
            <a:off x="603663" y="508084"/>
            <a:ext cx="1203320"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22"/>
          <p:cNvSpPr txBox="1"/>
          <p:nvPr>
            <p:ph idx="11" type="ftr"/>
          </p:nvPr>
        </p:nvSpPr>
        <p:spPr>
          <a:xfrm>
            <a:off x="10134603" y="612063"/>
            <a:ext cx="1487296" cy="478334"/>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4">
  <p:cSld name="Título con imagen 4">
    <p:spTree>
      <p:nvGrpSpPr>
        <p:cNvPr id="190" name="Shape 190"/>
        <p:cNvGrpSpPr/>
        <p:nvPr/>
      </p:nvGrpSpPr>
      <p:grpSpPr>
        <a:xfrm>
          <a:off x="0" y="0"/>
          <a:ext cx="0" cy="0"/>
          <a:chOff x="0" y="0"/>
          <a:chExt cx="0" cy="0"/>
        </a:xfrm>
      </p:grpSpPr>
      <p:sp>
        <p:nvSpPr>
          <p:cNvPr id="191" name="Google Shape;191;p2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92" name="Google Shape;192;p23"/>
          <p:cNvCxnSpPr/>
          <p:nvPr/>
        </p:nvCxnSpPr>
        <p:spPr>
          <a:xfrm>
            <a:off x="687188" y="1339110"/>
            <a:ext cx="0" cy="3352800"/>
          </a:xfrm>
          <a:prstGeom prst="straightConnector1">
            <a:avLst/>
          </a:prstGeom>
          <a:noFill/>
          <a:ln cap="flat" cmpd="sng" w="12700">
            <a:solidFill>
              <a:schemeClr val="dk2">
                <a:alpha val="74901"/>
              </a:schemeClr>
            </a:solidFill>
            <a:prstDash val="solid"/>
            <a:miter lim="800000"/>
            <a:headEnd len="sm" w="sm" type="none"/>
            <a:tailEnd len="sm" w="sm" type="none"/>
          </a:ln>
        </p:spPr>
      </p:cxnSp>
      <p:cxnSp>
        <p:nvCxnSpPr>
          <p:cNvPr id="193" name="Google Shape;193;p23"/>
          <p:cNvCxnSpPr/>
          <p:nvPr/>
        </p:nvCxnSpPr>
        <p:spPr>
          <a:xfrm>
            <a:off x="923544" y="6212428"/>
            <a:ext cx="10326625" cy="0"/>
          </a:xfrm>
          <a:prstGeom prst="straightConnector1">
            <a:avLst/>
          </a:prstGeom>
          <a:noFill/>
          <a:ln cap="flat" cmpd="sng" w="12700">
            <a:solidFill>
              <a:schemeClr val="dk2">
                <a:alpha val="74901"/>
              </a:schemeClr>
            </a:solidFill>
            <a:prstDash val="solid"/>
            <a:miter lim="800000"/>
            <a:headEnd len="sm" w="sm" type="none"/>
            <a:tailEnd len="sm" w="sm" type="none"/>
          </a:ln>
        </p:spPr>
      </p:cxnSp>
      <p:pic>
        <p:nvPicPr>
          <p:cNvPr id="194" name="Google Shape;194;p23"/>
          <p:cNvPicPr preferRelativeResize="0"/>
          <p:nvPr>
            <p:ph idx="2" type="pic"/>
          </p:nvPr>
        </p:nvPicPr>
        <p:blipFill/>
        <p:spPr>
          <a:xfrm>
            <a:off x="4800600" y="1371600"/>
            <a:ext cx="6705599" cy="4191000"/>
          </a:xfrm>
          <a:prstGeom prst="rect">
            <a:avLst/>
          </a:prstGeom>
          <a:blipFill rotWithShape="1">
            <a:blip r:embed="rId2">
              <a:alphaModFix amt="70000"/>
            </a:blip>
            <a:stretch>
              <a:fillRect b="0" l="0" r="0" t="0"/>
            </a:stretch>
          </a:blipFill>
          <a:ln>
            <a:noFill/>
          </a:ln>
        </p:spPr>
      </p:pic>
      <p:sp>
        <p:nvSpPr>
          <p:cNvPr id="195" name="Google Shape;195;p23"/>
          <p:cNvSpPr txBox="1"/>
          <p:nvPr>
            <p:ph type="ctrTitle"/>
          </p:nvPr>
        </p:nvSpPr>
        <p:spPr>
          <a:xfrm>
            <a:off x="500213" y="3447288"/>
            <a:ext cx="5852160" cy="3072792"/>
          </a:xfrm>
          <a:prstGeom prst="rect">
            <a:avLst/>
          </a:prstGeom>
          <a:solidFill>
            <a:schemeClr val="lt2"/>
          </a:solidFill>
          <a:ln>
            <a:noFill/>
          </a:ln>
        </p:spPr>
        <p:txBody>
          <a:bodyPr anchorCtr="0" anchor="b" bIns="91425" lIns="182875" spcFirstLastPara="1" rIns="228600" wrap="square" tIns="45700">
            <a:normAutofit/>
          </a:bodyPr>
          <a:lstStyle>
            <a:lvl1pPr lvl="0" algn="l">
              <a:lnSpc>
                <a:spcPct val="80000"/>
              </a:lnSpc>
              <a:spcBef>
                <a:spcPts val="0"/>
              </a:spcBef>
              <a:spcAft>
                <a:spcPts val="0"/>
              </a:spcAft>
              <a:buClr>
                <a:schemeClr val="accent1"/>
              </a:buClr>
              <a:buSzPts val="7200"/>
              <a:buFont typeface="Oswald SemiBold"/>
              <a:buNone/>
              <a:defRPr sz="7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23"/>
          <p:cNvSpPr txBox="1"/>
          <p:nvPr>
            <p:ph idx="1" type="subTitle"/>
          </p:nvPr>
        </p:nvSpPr>
        <p:spPr>
          <a:xfrm>
            <a:off x="592362" y="612648"/>
            <a:ext cx="3248116" cy="758952"/>
          </a:xfrm>
          <a:prstGeom prst="rect">
            <a:avLst/>
          </a:prstGeom>
          <a:solidFill>
            <a:schemeClr val="lt2"/>
          </a:solid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97" name="Google Shape;197;p23"/>
          <p:cNvSpPr txBox="1"/>
          <p:nvPr>
            <p:ph idx="11" type="ftr"/>
          </p:nvPr>
        </p:nvSpPr>
        <p:spPr>
          <a:xfrm>
            <a:off x="8763000" y="620267"/>
            <a:ext cx="2854926" cy="443682"/>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23"/>
          <p:cNvSpPr txBox="1"/>
          <p:nvPr>
            <p:ph idx="10" type="dt"/>
          </p:nvPr>
        </p:nvSpPr>
        <p:spPr>
          <a:xfrm>
            <a:off x="9973610" y="6055170"/>
            <a:ext cx="1256738" cy="365125"/>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23"/>
          <p:cNvSpPr txBox="1"/>
          <p:nvPr>
            <p:ph idx="12" type="sldNum"/>
          </p:nvPr>
        </p:nvSpPr>
        <p:spPr>
          <a:xfrm>
            <a:off x="11230348" y="6055170"/>
            <a:ext cx="461440" cy="365125"/>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5">
  <p:cSld name="Título con imagen 5">
    <p:spTree>
      <p:nvGrpSpPr>
        <p:cNvPr id="200" name="Shape 200"/>
        <p:cNvGrpSpPr/>
        <p:nvPr/>
      </p:nvGrpSpPr>
      <p:grpSpPr>
        <a:xfrm>
          <a:off x="0" y="0"/>
          <a:ext cx="0" cy="0"/>
          <a:chOff x="0" y="0"/>
          <a:chExt cx="0" cy="0"/>
        </a:xfrm>
      </p:grpSpPr>
      <p:sp>
        <p:nvSpPr>
          <p:cNvPr id="201" name="Google Shape;201;p2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02" name="Google Shape;202;p24"/>
          <p:cNvCxnSpPr/>
          <p:nvPr/>
        </p:nvCxnSpPr>
        <p:spPr>
          <a:xfrm>
            <a:off x="11500489" y="1054208"/>
            <a:ext cx="0" cy="4781975"/>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03" name="Google Shape;203;p24"/>
          <p:cNvSpPr txBox="1"/>
          <p:nvPr>
            <p:ph type="ctrTitle"/>
          </p:nvPr>
        </p:nvSpPr>
        <p:spPr>
          <a:xfrm>
            <a:off x="673753" y="355601"/>
            <a:ext cx="8275505" cy="1693334"/>
          </a:xfrm>
          <a:prstGeom prst="rect">
            <a:avLst/>
          </a:prstGeom>
          <a:noFill/>
          <a:ln>
            <a:noFill/>
          </a:ln>
        </p:spPr>
        <p:txBody>
          <a:bodyPr anchorCtr="0" anchor="b" bIns="137150" lIns="91425" spcFirstLastPara="1" rIns="91425" wrap="square" tIns="45700">
            <a:normAutofit/>
          </a:bodyPr>
          <a:lstStyle>
            <a:lvl1pPr lvl="0" algn="l">
              <a:lnSpc>
                <a:spcPct val="80000"/>
              </a:lnSpc>
              <a:spcBef>
                <a:spcPts val="0"/>
              </a:spcBef>
              <a:spcAft>
                <a:spcPts val="0"/>
              </a:spcAft>
              <a:buClr>
                <a:schemeClr val="accent1"/>
              </a:buClr>
              <a:buSzPts val="5800"/>
              <a:buFont typeface="Oswald SemiBold"/>
              <a:buNone/>
              <a:defRPr sz="5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24"/>
          <p:cNvSpPr txBox="1"/>
          <p:nvPr>
            <p:ph idx="1" type="subTitle"/>
          </p:nvPr>
        </p:nvSpPr>
        <p:spPr>
          <a:xfrm>
            <a:off x="673752" y="1902527"/>
            <a:ext cx="8275504" cy="4980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accent5"/>
              </a:buClr>
              <a:buSzPts val="1400"/>
              <a:buNone/>
              <a:defRPr sz="14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205" name="Google Shape;205;p24"/>
          <p:cNvPicPr preferRelativeResize="0"/>
          <p:nvPr>
            <p:ph idx="2" type="pic"/>
          </p:nvPr>
        </p:nvPicPr>
        <p:blipFill/>
        <p:spPr>
          <a:xfrm>
            <a:off x="-1" y="2441123"/>
            <a:ext cx="10495289" cy="4416877"/>
          </a:xfrm>
          <a:prstGeom prst="rect">
            <a:avLst/>
          </a:prstGeom>
          <a:blipFill rotWithShape="1">
            <a:blip r:embed="rId2">
              <a:alphaModFix amt="70000"/>
            </a:blip>
            <a:stretch>
              <a:fillRect b="0" l="0" r="0" t="0"/>
            </a:stretch>
          </a:blipFill>
          <a:ln>
            <a:noFill/>
          </a:ln>
        </p:spPr>
      </p:pic>
      <p:sp>
        <p:nvSpPr>
          <p:cNvPr id="206" name="Google Shape;206;p24"/>
          <p:cNvSpPr txBox="1"/>
          <p:nvPr>
            <p:ph idx="11" type="ftr"/>
          </p:nvPr>
        </p:nvSpPr>
        <p:spPr>
          <a:xfrm>
            <a:off x="9753600" y="613218"/>
            <a:ext cx="1865242" cy="535746"/>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24"/>
          <p:cNvSpPr txBox="1"/>
          <p:nvPr>
            <p:ph idx="10" type="dt"/>
          </p:nvPr>
        </p:nvSpPr>
        <p:spPr>
          <a:xfrm rot="5400000">
            <a:off x="10880856" y="5137717"/>
            <a:ext cx="1256738" cy="365125"/>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24"/>
          <p:cNvSpPr txBox="1"/>
          <p:nvPr>
            <p:ph idx="12" type="sldNum"/>
          </p:nvPr>
        </p:nvSpPr>
        <p:spPr>
          <a:xfrm>
            <a:off x="11186803" y="6029867"/>
            <a:ext cx="461440" cy="365125"/>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6">
  <p:cSld name="Título con imagen 6">
    <p:spTree>
      <p:nvGrpSpPr>
        <p:cNvPr id="209" name="Shape 209"/>
        <p:cNvGrpSpPr/>
        <p:nvPr/>
      </p:nvGrpSpPr>
      <p:grpSpPr>
        <a:xfrm>
          <a:off x="0" y="0"/>
          <a:ext cx="0" cy="0"/>
          <a:chOff x="0" y="0"/>
          <a:chExt cx="0" cy="0"/>
        </a:xfrm>
      </p:grpSpPr>
      <p:sp>
        <p:nvSpPr>
          <p:cNvPr id="210" name="Google Shape;210;p25"/>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11" name="Google Shape;211;p25"/>
          <p:cNvCxnSpPr/>
          <p:nvPr/>
        </p:nvCxnSpPr>
        <p:spPr>
          <a:xfrm>
            <a:off x="11502284" y="760367"/>
            <a:ext cx="0" cy="5387340"/>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12" name="Google Shape;212;p25"/>
          <p:cNvSpPr txBox="1"/>
          <p:nvPr>
            <p:ph type="ctrTitle"/>
          </p:nvPr>
        </p:nvSpPr>
        <p:spPr>
          <a:xfrm>
            <a:off x="634070" y="4370832"/>
            <a:ext cx="9546250" cy="1668980"/>
          </a:xfrm>
          <a:prstGeom prst="rect">
            <a:avLst/>
          </a:prstGeom>
          <a:solidFill>
            <a:schemeClr val="lt2"/>
          </a:solidFill>
          <a:ln>
            <a:noFill/>
          </a:ln>
        </p:spPr>
        <p:txBody>
          <a:bodyPr anchorCtr="0" anchor="b" bIns="0" lIns="91425" spcFirstLastPara="1" rIns="91425" wrap="square" tIns="45700">
            <a:normAutofit/>
          </a:bodyPr>
          <a:lstStyle>
            <a:lvl1pPr lvl="0" algn="l">
              <a:lnSpc>
                <a:spcPct val="80000"/>
              </a:lnSpc>
              <a:spcBef>
                <a:spcPts val="0"/>
              </a:spcBef>
              <a:spcAft>
                <a:spcPts val="0"/>
              </a:spcAft>
              <a:buClr>
                <a:schemeClr val="accent1"/>
              </a:buClr>
              <a:buSzPts val="6600"/>
              <a:buFont typeface="Oswald SemiBold"/>
              <a:buNone/>
              <a:defRPr sz="6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5"/>
          <p:cNvSpPr txBox="1"/>
          <p:nvPr>
            <p:ph idx="1" type="subTitle"/>
          </p:nvPr>
        </p:nvSpPr>
        <p:spPr>
          <a:xfrm>
            <a:off x="634070" y="6055054"/>
            <a:ext cx="9546250" cy="47376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accent5"/>
              </a:buClr>
              <a:buSzPts val="1400"/>
              <a:buNone/>
              <a:defRPr sz="14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214" name="Google Shape;214;p25"/>
          <p:cNvPicPr preferRelativeResize="0"/>
          <p:nvPr>
            <p:ph idx="2" type="pic"/>
          </p:nvPr>
        </p:nvPicPr>
        <p:blipFill/>
        <p:spPr>
          <a:xfrm>
            <a:off x="0" y="1"/>
            <a:ext cx="10820400" cy="4114800"/>
          </a:xfrm>
          <a:prstGeom prst="rect">
            <a:avLst/>
          </a:prstGeom>
          <a:blipFill rotWithShape="1">
            <a:blip r:embed="rId2">
              <a:alphaModFix amt="70000"/>
            </a:blip>
            <a:stretch>
              <a:fillRect b="0" l="0" r="0" t="0"/>
            </a:stretch>
          </a:blipFill>
          <a:ln>
            <a:noFill/>
          </a:ln>
        </p:spPr>
      </p:pic>
      <p:sp>
        <p:nvSpPr>
          <p:cNvPr id="215" name="Google Shape;215;p25"/>
          <p:cNvSpPr txBox="1"/>
          <p:nvPr>
            <p:ph idx="11" type="ftr"/>
          </p:nvPr>
        </p:nvSpPr>
        <p:spPr>
          <a:xfrm rot="5400000">
            <a:off x="10667029" y="1260113"/>
            <a:ext cx="1678344"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1"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25"/>
          <p:cNvSpPr txBox="1"/>
          <p:nvPr>
            <p:ph idx="10" type="dt"/>
          </p:nvPr>
        </p:nvSpPr>
        <p:spPr>
          <a:xfrm rot="5400000">
            <a:off x="10961764" y="5297730"/>
            <a:ext cx="1091183" cy="365128"/>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25"/>
          <p:cNvSpPr txBox="1"/>
          <p:nvPr>
            <p:ph idx="12" type="sldNum"/>
          </p:nvPr>
        </p:nvSpPr>
        <p:spPr>
          <a:xfrm>
            <a:off x="11225781" y="6029867"/>
            <a:ext cx="422461" cy="365125"/>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ype="title">
  <p:cSld name="TITLE">
    <p:spTree>
      <p:nvGrpSpPr>
        <p:cNvPr id="218" name="Shape 218"/>
        <p:cNvGrpSpPr/>
        <p:nvPr/>
      </p:nvGrpSpPr>
      <p:grpSpPr>
        <a:xfrm>
          <a:off x="0" y="0"/>
          <a:ext cx="0" cy="0"/>
          <a:chOff x="0" y="0"/>
          <a:chExt cx="0" cy="0"/>
        </a:xfrm>
      </p:grpSpPr>
      <p:sp>
        <p:nvSpPr>
          <p:cNvPr id="219" name="Google Shape;219;p26"/>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20" name="Google Shape;220;p26"/>
          <p:cNvCxnSpPr/>
          <p:nvPr/>
        </p:nvCxnSpPr>
        <p:spPr>
          <a:xfrm>
            <a:off x="689066" y="1014984"/>
            <a:ext cx="0" cy="4471416"/>
          </a:xfrm>
          <a:prstGeom prst="straightConnector1">
            <a:avLst/>
          </a:prstGeom>
          <a:noFill/>
          <a:ln cap="flat" cmpd="sng" w="12700">
            <a:solidFill>
              <a:schemeClr val="dk2">
                <a:alpha val="74901"/>
              </a:schemeClr>
            </a:solidFill>
            <a:prstDash val="solid"/>
            <a:miter lim="800000"/>
            <a:headEnd len="sm" w="sm" type="none"/>
            <a:tailEnd len="sm" w="sm" type="none"/>
          </a:ln>
        </p:spPr>
      </p:cxnSp>
      <p:cxnSp>
        <p:nvCxnSpPr>
          <p:cNvPr id="221" name="Google Shape;221;p26"/>
          <p:cNvCxnSpPr/>
          <p:nvPr/>
        </p:nvCxnSpPr>
        <p:spPr>
          <a:xfrm>
            <a:off x="11502895" y="1090397"/>
            <a:ext cx="0" cy="4743475"/>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22" name="Google Shape;222;p26"/>
          <p:cNvSpPr txBox="1"/>
          <p:nvPr>
            <p:ph type="ctrTitle"/>
          </p:nvPr>
        </p:nvSpPr>
        <p:spPr>
          <a:xfrm>
            <a:off x="137159" y="338328"/>
            <a:ext cx="9006837" cy="3776472"/>
          </a:xfrm>
          <a:prstGeom prst="rect">
            <a:avLst/>
          </a:prstGeom>
          <a:solidFill>
            <a:schemeClr val="lt2"/>
          </a:solidFill>
          <a:ln>
            <a:noFill/>
          </a:ln>
        </p:spPr>
        <p:txBody>
          <a:bodyPr anchorCtr="0" anchor="t" bIns="137150" lIns="91425" spcFirstLastPara="1" rIns="91425" wrap="square" tIns="45700">
            <a:normAutofit/>
          </a:bodyPr>
          <a:lstStyle>
            <a:lvl1pPr lvl="0" algn="l">
              <a:lnSpc>
                <a:spcPct val="80000"/>
              </a:lnSpc>
              <a:spcBef>
                <a:spcPts val="0"/>
              </a:spcBef>
              <a:spcAft>
                <a:spcPts val="0"/>
              </a:spcAft>
              <a:buClr>
                <a:schemeClr val="accent1"/>
              </a:buClr>
              <a:buSzPts val="8000"/>
              <a:buFont typeface="Oswald SemiBold"/>
              <a:buNone/>
              <a:defRPr sz="8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26"/>
          <p:cNvSpPr txBox="1"/>
          <p:nvPr>
            <p:ph idx="1" type="subTitle"/>
          </p:nvPr>
        </p:nvSpPr>
        <p:spPr>
          <a:xfrm>
            <a:off x="529194" y="5496339"/>
            <a:ext cx="3585604" cy="771684"/>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accent5"/>
              </a:buClr>
              <a:buSzPts val="1600"/>
              <a:buNone/>
              <a:defRPr sz="16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24" name="Google Shape;224;p26"/>
          <p:cNvSpPr txBox="1"/>
          <p:nvPr>
            <p:ph idx="11" type="ftr"/>
          </p:nvPr>
        </p:nvSpPr>
        <p:spPr>
          <a:xfrm>
            <a:off x="9144000" y="487335"/>
            <a:ext cx="2474835" cy="49663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26"/>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26"/>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227" name="Shape 227"/>
        <p:cNvGrpSpPr/>
        <p:nvPr/>
      </p:nvGrpSpPr>
      <p:grpSpPr>
        <a:xfrm>
          <a:off x="0" y="0"/>
          <a:ext cx="0" cy="0"/>
          <a:chOff x="0" y="0"/>
          <a:chExt cx="0" cy="0"/>
        </a:xfrm>
      </p:grpSpPr>
      <p:sp>
        <p:nvSpPr>
          <p:cNvPr id="228" name="Google Shape;228;p27"/>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29" name="Google Shape;229;p27"/>
          <p:cNvCxnSpPr/>
          <p:nvPr/>
        </p:nvCxnSpPr>
        <p:spPr>
          <a:xfrm>
            <a:off x="11502895" y="1033580"/>
            <a:ext cx="0" cy="4800292"/>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30" name="Google Shape;230;p27"/>
          <p:cNvSpPr txBox="1"/>
          <p:nvPr>
            <p:ph type="ctrTitle"/>
          </p:nvPr>
        </p:nvSpPr>
        <p:spPr>
          <a:xfrm>
            <a:off x="137159" y="338328"/>
            <a:ext cx="8168640" cy="4462272"/>
          </a:xfrm>
          <a:prstGeom prst="rect">
            <a:avLst/>
          </a:prstGeom>
          <a:noFill/>
          <a:ln>
            <a:noFill/>
          </a:ln>
        </p:spPr>
        <p:txBody>
          <a:bodyPr anchorCtr="0" anchor="t" bIns="137150" lIns="91425" spcFirstLastPara="1" rIns="91425" wrap="square" tIns="45700">
            <a:normAutofit/>
          </a:bodyPr>
          <a:lstStyle>
            <a:lvl1pPr lvl="0" algn="l">
              <a:lnSpc>
                <a:spcPct val="80000"/>
              </a:lnSpc>
              <a:spcBef>
                <a:spcPts val="0"/>
              </a:spcBef>
              <a:spcAft>
                <a:spcPts val="0"/>
              </a:spcAft>
              <a:buClr>
                <a:schemeClr val="accent1"/>
              </a:buClr>
              <a:buSzPts val="9600"/>
              <a:buFont typeface="Oswald SemiBold"/>
              <a:buNone/>
              <a:defRPr sz="9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27"/>
          <p:cNvSpPr txBox="1"/>
          <p:nvPr>
            <p:ph idx="1" type="subTitle"/>
          </p:nvPr>
        </p:nvSpPr>
        <p:spPr>
          <a:xfrm>
            <a:off x="8534400" y="4754729"/>
            <a:ext cx="3084441" cy="1080302"/>
          </a:xfrm>
          <a:prstGeom prst="rect">
            <a:avLst/>
          </a:prstGeom>
          <a:solidFill>
            <a:schemeClr val="lt2"/>
          </a:solidFill>
          <a:ln>
            <a:noFill/>
          </a:ln>
        </p:spPr>
        <p:txBody>
          <a:bodyPr anchorCtr="0" anchor="b" bIns="45700" lIns="91425" spcFirstLastPara="1" rIns="91425" wrap="square" tIns="45700">
            <a:normAutofit/>
          </a:bodyPr>
          <a:lstStyle>
            <a:lvl1pPr lvl="0" algn="r">
              <a:lnSpc>
                <a:spcPct val="120000"/>
              </a:lnSpc>
              <a:spcBef>
                <a:spcPts val="1000"/>
              </a:spcBef>
              <a:spcAft>
                <a:spcPts val="0"/>
              </a:spcAft>
              <a:buClr>
                <a:schemeClr val="accent5"/>
              </a:buClr>
              <a:buSzPts val="1600"/>
              <a:buNone/>
              <a:defRPr sz="16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32" name="Google Shape;232;p27"/>
          <p:cNvSpPr txBox="1"/>
          <p:nvPr>
            <p:ph idx="11" type="ftr"/>
          </p:nvPr>
        </p:nvSpPr>
        <p:spPr>
          <a:xfrm>
            <a:off x="9144000" y="447579"/>
            <a:ext cx="2477899" cy="5860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27"/>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27"/>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235" name="Shape 235"/>
        <p:cNvGrpSpPr/>
        <p:nvPr/>
      </p:nvGrpSpPr>
      <p:grpSpPr>
        <a:xfrm>
          <a:off x="0" y="0"/>
          <a:ext cx="0" cy="0"/>
          <a:chOff x="0" y="0"/>
          <a:chExt cx="0" cy="0"/>
        </a:xfrm>
      </p:grpSpPr>
      <p:sp>
        <p:nvSpPr>
          <p:cNvPr id="236" name="Google Shape;236;p28"/>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37" name="Google Shape;237;p28"/>
          <p:cNvCxnSpPr/>
          <p:nvPr/>
        </p:nvCxnSpPr>
        <p:spPr>
          <a:xfrm>
            <a:off x="11502895" y="1028700"/>
            <a:ext cx="0" cy="4805172"/>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38" name="Google Shape;238;p28"/>
          <p:cNvSpPr txBox="1"/>
          <p:nvPr>
            <p:ph type="ctrTitle"/>
          </p:nvPr>
        </p:nvSpPr>
        <p:spPr>
          <a:xfrm>
            <a:off x="137159" y="338329"/>
            <a:ext cx="9197667" cy="4743474"/>
          </a:xfrm>
          <a:prstGeom prst="rect">
            <a:avLst/>
          </a:prstGeom>
          <a:noFill/>
          <a:ln>
            <a:noFill/>
          </a:ln>
        </p:spPr>
        <p:txBody>
          <a:bodyPr anchorCtr="0" anchor="t" bIns="137150" lIns="91425" spcFirstLastPara="1" rIns="91425" wrap="square" tIns="45700">
            <a:normAutofit/>
          </a:bodyPr>
          <a:lstStyle>
            <a:lvl1pPr lvl="0" algn="l">
              <a:lnSpc>
                <a:spcPct val="80000"/>
              </a:lnSpc>
              <a:spcBef>
                <a:spcPts val="0"/>
              </a:spcBef>
              <a:spcAft>
                <a:spcPts val="0"/>
              </a:spcAft>
              <a:buClr>
                <a:srgbClr val="B8B4A8"/>
              </a:buClr>
              <a:buSzPts val="11500"/>
              <a:buFont typeface="Oswald SemiBold"/>
              <a:buNone/>
              <a:defRPr sz="11500">
                <a:solidFill>
                  <a:srgbClr val="B8B4A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28"/>
          <p:cNvSpPr txBox="1"/>
          <p:nvPr>
            <p:ph idx="1" type="subTitle"/>
          </p:nvPr>
        </p:nvSpPr>
        <p:spPr>
          <a:xfrm>
            <a:off x="584851" y="5486400"/>
            <a:ext cx="3834743" cy="771684"/>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accent1"/>
              </a:buClr>
              <a:buSzPts val="1600"/>
              <a:buNone/>
              <a:defRPr sz="1600" cap="none">
                <a:solidFill>
                  <a:schemeClr val="accent1"/>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40" name="Google Shape;240;p28"/>
          <p:cNvSpPr txBox="1"/>
          <p:nvPr>
            <p:ph idx="11" type="ftr"/>
          </p:nvPr>
        </p:nvSpPr>
        <p:spPr>
          <a:xfrm>
            <a:off x="9334826" y="463480"/>
            <a:ext cx="2287073" cy="54931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28"/>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28"/>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Encabezado de sección">
    <p:spTree>
      <p:nvGrpSpPr>
        <p:cNvPr id="243" name="Shape 243"/>
        <p:cNvGrpSpPr/>
        <p:nvPr/>
      </p:nvGrpSpPr>
      <p:grpSpPr>
        <a:xfrm>
          <a:off x="0" y="0"/>
          <a:ext cx="0" cy="0"/>
          <a:chOff x="0" y="0"/>
          <a:chExt cx="0" cy="0"/>
        </a:xfrm>
      </p:grpSpPr>
      <p:sp>
        <p:nvSpPr>
          <p:cNvPr id="244" name="Google Shape;244;p29"/>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B286"/>
              </a:solidFill>
              <a:latin typeface="Open Sans Light"/>
              <a:ea typeface="Open Sans Light"/>
              <a:cs typeface="Open Sans Light"/>
              <a:sym typeface="Open Sans Light"/>
            </a:endParaRPr>
          </a:p>
        </p:txBody>
      </p:sp>
      <p:cxnSp>
        <p:nvCxnSpPr>
          <p:cNvPr id="245" name="Google Shape;245;p29"/>
          <p:cNvCxnSpPr/>
          <p:nvPr/>
        </p:nvCxnSpPr>
        <p:spPr>
          <a:xfrm rot="10800000">
            <a:off x="926297" y="6172185"/>
            <a:ext cx="10326757" cy="0"/>
          </a:xfrm>
          <a:prstGeom prst="straightConnector1">
            <a:avLst/>
          </a:prstGeom>
          <a:noFill/>
          <a:ln cap="flat" cmpd="sng" w="12700">
            <a:solidFill>
              <a:schemeClr val="lt2">
                <a:alpha val="47058"/>
              </a:schemeClr>
            </a:solidFill>
            <a:prstDash val="solid"/>
            <a:miter lim="800000"/>
            <a:headEnd len="sm" w="sm" type="none"/>
            <a:tailEnd len="sm" w="sm" type="none"/>
          </a:ln>
        </p:spPr>
      </p:cxnSp>
      <p:sp>
        <p:nvSpPr>
          <p:cNvPr id="246" name="Google Shape;246;p29"/>
          <p:cNvSpPr txBox="1"/>
          <p:nvPr>
            <p:ph type="title"/>
          </p:nvPr>
        </p:nvSpPr>
        <p:spPr>
          <a:xfrm>
            <a:off x="128016" y="365760"/>
            <a:ext cx="11534790" cy="5525653"/>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1"/>
              </a:buClr>
              <a:buSzPts val="11500"/>
              <a:buFont typeface="Oswald SemiBold"/>
              <a:buNone/>
              <a:defRPr sz="115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29"/>
          <p:cNvSpPr txBox="1"/>
          <p:nvPr>
            <p:ph idx="11" type="ftr"/>
          </p:nvPr>
        </p:nvSpPr>
        <p:spPr>
          <a:xfrm>
            <a:off x="605430" y="6029868"/>
            <a:ext cx="1911096" cy="365125"/>
          </a:xfrm>
          <a:prstGeom prst="rect">
            <a:avLst/>
          </a:prstGeom>
          <a:solidFill>
            <a:schemeClr val="accen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29"/>
          <p:cNvSpPr txBox="1"/>
          <p:nvPr>
            <p:ph idx="10" type="dt"/>
          </p:nvPr>
        </p:nvSpPr>
        <p:spPr>
          <a:xfrm>
            <a:off x="10058400" y="6029868"/>
            <a:ext cx="1182686" cy="365125"/>
          </a:xfrm>
          <a:prstGeom prst="rect">
            <a:avLst/>
          </a:prstGeom>
          <a:solidFill>
            <a:schemeClr val="accen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29"/>
          <p:cNvSpPr txBox="1"/>
          <p:nvPr>
            <p:ph idx="12" type="sldNum"/>
          </p:nvPr>
        </p:nvSpPr>
        <p:spPr>
          <a:xfrm>
            <a:off x="11233434" y="6029868"/>
            <a:ext cx="429372" cy="365125"/>
          </a:xfrm>
          <a:prstGeom prst="rect">
            <a:avLst/>
          </a:prstGeom>
          <a:solidFill>
            <a:schemeClr val="accent1"/>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2" showMasterSp="0">
  <p:cSld name="Encabezado de sección 2">
    <p:spTree>
      <p:nvGrpSpPr>
        <p:cNvPr id="250" name="Shape 250"/>
        <p:cNvGrpSpPr/>
        <p:nvPr/>
      </p:nvGrpSpPr>
      <p:grpSpPr>
        <a:xfrm>
          <a:off x="0" y="0"/>
          <a:ext cx="0" cy="0"/>
          <a:chOff x="0" y="0"/>
          <a:chExt cx="0" cy="0"/>
        </a:xfrm>
      </p:grpSpPr>
      <p:sp>
        <p:nvSpPr>
          <p:cNvPr id="251" name="Google Shape;251;p30"/>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B286"/>
              </a:solidFill>
              <a:latin typeface="Open Sans Light"/>
              <a:ea typeface="Open Sans Light"/>
              <a:cs typeface="Open Sans Light"/>
              <a:sym typeface="Open Sans Light"/>
            </a:endParaRPr>
          </a:p>
        </p:txBody>
      </p:sp>
      <p:cxnSp>
        <p:nvCxnSpPr>
          <p:cNvPr id="252" name="Google Shape;252;p30"/>
          <p:cNvCxnSpPr/>
          <p:nvPr/>
        </p:nvCxnSpPr>
        <p:spPr>
          <a:xfrm>
            <a:off x="11506200" y="868362"/>
            <a:ext cx="0" cy="5270021"/>
          </a:xfrm>
          <a:prstGeom prst="straightConnector1">
            <a:avLst/>
          </a:prstGeom>
          <a:noFill/>
          <a:ln cap="flat" cmpd="sng" w="12700">
            <a:solidFill>
              <a:schemeClr val="lt2">
                <a:alpha val="47058"/>
              </a:schemeClr>
            </a:solidFill>
            <a:prstDash val="solid"/>
            <a:miter lim="800000"/>
            <a:headEnd len="sm" w="sm" type="none"/>
            <a:tailEnd len="sm" w="sm" type="none"/>
          </a:ln>
        </p:spPr>
      </p:cxnSp>
      <p:sp>
        <p:nvSpPr>
          <p:cNvPr id="253" name="Google Shape;253;p30"/>
          <p:cNvSpPr txBox="1"/>
          <p:nvPr>
            <p:ph type="title"/>
          </p:nvPr>
        </p:nvSpPr>
        <p:spPr>
          <a:xfrm>
            <a:off x="185877" y="1062360"/>
            <a:ext cx="9948723" cy="5762371"/>
          </a:xfrm>
          <a:prstGeom prst="rect">
            <a:avLst/>
          </a:prstGeom>
          <a:noFill/>
          <a:ln>
            <a:noFill/>
          </a:ln>
        </p:spPr>
        <p:txBody>
          <a:bodyPr anchorCtr="0" anchor="b" bIns="0" lIns="91425" spcFirstLastPara="1" rIns="91425" wrap="square" tIns="45700">
            <a:normAutofit/>
          </a:bodyPr>
          <a:lstStyle>
            <a:lvl1pPr lvl="0" algn="l">
              <a:lnSpc>
                <a:spcPct val="80000"/>
              </a:lnSpc>
              <a:spcBef>
                <a:spcPts val="0"/>
              </a:spcBef>
              <a:spcAft>
                <a:spcPts val="0"/>
              </a:spcAft>
              <a:buClr>
                <a:srgbClr val="F8B898"/>
              </a:buClr>
              <a:buSzPts val="11500"/>
              <a:buFont typeface="Oswald SemiBold"/>
              <a:buNone/>
              <a:defRPr sz="11500">
                <a:solidFill>
                  <a:srgbClr val="F8B89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30"/>
          <p:cNvSpPr txBox="1"/>
          <p:nvPr>
            <p:ph idx="11" type="ftr"/>
          </p:nvPr>
        </p:nvSpPr>
        <p:spPr>
          <a:xfrm>
            <a:off x="9677400" y="618213"/>
            <a:ext cx="1941441" cy="444147"/>
          </a:xfrm>
          <a:prstGeom prst="rect">
            <a:avLst/>
          </a:prstGeom>
          <a:solidFill>
            <a:schemeClr val="accent1"/>
          </a:solid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30"/>
          <p:cNvSpPr txBox="1"/>
          <p:nvPr>
            <p:ph idx="10" type="dt"/>
          </p:nvPr>
        </p:nvSpPr>
        <p:spPr>
          <a:xfrm>
            <a:off x="10134600" y="5991663"/>
            <a:ext cx="1079954" cy="365125"/>
          </a:xfrm>
          <a:prstGeom prst="rect">
            <a:avLst/>
          </a:prstGeom>
          <a:solidFill>
            <a:schemeClr val="accen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30"/>
          <p:cNvSpPr txBox="1"/>
          <p:nvPr>
            <p:ph idx="12" type="sldNum"/>
          </p:nvPr>
        </p:nvSpPr>
        <p:spPr>
          <a:xfrm>
            <a:off x="11210544" y="5991663"/>
            <a:ext cx="429372" cy="365125"/>
          </a:xfrm>
          <a:prstGeom prst="rect">
            <a:avLst/>
          </a:prstGeom>
          <a:solidFill>
            <a:schemeClr val="accent1"/>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spTree>
      <p:nvGrpSpPr>
        <p:cNvPr id="257" name="Shape 257"/>
        <p:cNvGrpSpPr/>
        <p:nvPr/>
      </p:nvGrpSpPr>
      <p:grpSpPr>
        <a:xfrm>
          <a:off x="0" y="0"/>
          <a:ext cx="0" cy="0"/>
          <a:chOff x="0" y="0"/>
          <a:chExt cx="0" cy="0"/>
        </a:xfrm>
      </p:grpSpPr>
      <p:sp>
        <p:nvSpPr>
          <p:cNvPr id="258" name="Google Shape;258;p31"/>
          <p:cNvSpPr/>
          <p:nvPr/>
        </p:nvSpPr>
        <p:spPr>
          <a:xfrm>
            <a:off x="1" y="0"/>
            <a:ext cx="12191996"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cxnSp>
        <p:nvCxnSpPr>
          <p:cNvPr id="259" name="Google Shape;259;p31"/>
          <p:cNvCxnSpPr/>
          <p:nvPr/>
        </p:nvCxnSpPr>
        <p:spPr>
          <a:xfrm rot="10800000">
            <a:off x="1321906" y="685800"/>
            <a:ext cx="10184294" cy="0"/>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60" name="Google Shape;260;p31"/>
          <p:cNvSpPr/>
          <p:nvPr/>
        </p:nvSpPr>
        <p:spPr>
          <a:xfrm>
            <a:off x="4724403" y="2043904"/>
            <a:ext cx="7467597" cy="48140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261" name="Google Shape;261;p31"/>
          <p:cNvSpPr txBox="1"/>
          <p:nvPr>
            <p:ph type="title"/>
          </p:nvPr>
        </p:nvSpPr>
        <p:spPr>
          <a:xfrm rot="-5400000">
            <a:off x="-1406175" y="2720396"/>
            <a:ext cx="5645423" cy="2494309"/>
          </a:xfrm>
          <a:prstGeom prst="rect">
            <a:avLst/>
          </a:prstGeom>
          <a:solidFill>
            <a:srgbClr val="D7D5CF"/>
          </a:solid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12000"/>
              <a:buFont typeface="Oswald SemiBold"/>
              <a:buNone/>
              <a:defRPr sz="12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31"/>
          <p:cNvSpPr txBox="1"/>
          <p:nvPr>
            <p:ph idx="11" type="ftr"/>
          </p:nvPr>
        </p:nvSpPr>
        <p:spPr>
          <a:xfrm>
            <a:off x="586410" y="569843"/>
            <a:ext cx="1470992" cy="541698"/>
          </a:xfrm>
          <a:prstGeom prst="rect">
            <a:avLst/>
          </a:prstGeom>
          <a:solidFill>
            <a:srgbClr val="D7D5CF"/>
          </a:solidFill>
          <a:ln>
            <a:noFill/>
          </a:ln>
        </p:spPr>
        <p:txBody>
          <a:bodyPr anchorCtr="0" anchor="t" bIns="45700" lIns="91425" spcFirstLastPara="1" rIns="91425" wrap="square" tIns="45700">
            <a:noAutofit/>
          </a:bodyPr>
          <a:lstStyle>
            <a:lvl1pPr lvl="0" algn="l">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31"/>
          <p:cNvSpPr txBox="1"/>
          <p:nvPr>
            <p:ph idx="1" type="body"/>
          </p:nvPr>
        </p:nvSpPr>
        <p:spPr>
          <a:xfrm>
            <a:off x="5410198" y="2743202"/>
            <a:ext cx="6096001" cy="346709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accent2"/>
              </a:buClr>
              <a:buSzPts val="1800"/>
              <a:buFont typeface="Oswald SemiBold"/>
              <a:buAutoNum type="arabicPeriod"/>
              <a:defRPr sz="1800"/>
            </a:lvl1pPr>
            <a:lvl2pPr indent="-330200" lvl="1" marL="914400" algn="l">
              <a:lnSpc>
                <a:spcPct val="120000"/>
              </a:lnSpc>
              <a:spcBef>
                <a:spcPts val="500"/>
              </a:spcBef>
              <a:spcAft>
                <a:spcPts val="0"/>
              </a:spcAft>
              <a:buClr>
                <a:schemeClr val="accent2"/>
              </a:buClr>
              <a:buSzPts val="1600"/>
              <a:buFont typeface="Oswald SemiBold"/>
              <a:buAutoNum type="arabicPeriod"/>
              <a:defRPr sz="1600"/>
            </a:lvl2pPr>
            <a:lvl3pPr indent="-317500" lvl="2" marL="1371600" algn="l">
              <a:lnSpc>
                <a:spcPct val="120000"/>
              </a:lnSpc>
              <a:spcBef>
                <a:spcPts val="500"/>
              </a:spcBef>
              <a:spcAft>
                <a:spcPts val="0"/>
              </a:spcAft>
              <a:buClr>
                <a:schemeClr val="accent2"/>
              </a:buClr>
              <a:buSzPts val="1400"/>
              <a:buFont typeface="Oswald SemiBold"/>
              <a:buAutoNum type="arabicPeriod"/>
              <a:defRPr sz="1400"/>
            </a:lvl3pPr>
            <a:lvl4pPr indent="-304800" lvl="3" marL="1828800" algn="l">
              <a:lnSpc>
                <a:spcPct val="120000"/>
              </a:lnSpc>
              <a:spcBef>
                <a:spcPts val="500"/>
              </a:spcBef>
              <a:spcAft>
                <a:spcPts val="0"/>
              </a:spcAft>
              <a:buClr>
                <a:schemeClr val="accent2"/>
              </a:buClr>
              <a:buSzPts val="1200"/>
              <a:buFont typeface="Oswald SemiBold"/>
              <a:buAutoNum type="arabicPeriod"/>
              <a:defRPr sz="1200"/>
            </a:lvl4pPr>
            <a:lvl5pPr indent="-304800" lvl="4" marL="2286000" algn="l">
              <a:lnSpc>
                <a:spcPct val="120000"/>
              </a:lnSpc>
              <a:spcBef>
                <a:spcPts val="500"/>
              </a:spcBef>
              <a:spcAft>
                <a:spcPts val="0"/>
              </a:spcAft>
              <a:buClr>
                <a:schemeClr val="accent2"/>
              </a:buClr>
              <a:buSzPts val="1200"/>
              <a:buFont typeface="Oswald SemiBold"/>
              <a:buAutoNum type="arabicPeriod"/>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31"/>
          <p:cNvSpPr txBox="1"/>
          <p:nvPr>
            <p:ph idx="10" type="dt"/>
          </p:nvPr>
        </p:nvSpPr>
        <p:spPr>
          <a:xfrm>
            <a:off x="9900458" y="413627"/>
            <a:ext cx="1256738" cy="545500"/>
          </a:xfrm>
          <a:prstGeom prst="rect">
            <a:avLst/>
          </a:prstGeom>
          <a:solidFill>
            <a:srgbClr val="D7D5CF"/>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31"/>
          <p:cNvSpPr txBox="1"/>
          <p:nvPr>
            <p:ph idx="12" type="sldNum"/>
          </p:nvPr>
        </p:nvSpPr>
        <p:spPr>
          <a:xfrm>
            <a:off x="11157196" y="413627"/>
            <a:ext cx="429372" cy="545500"/>
          </a:xfrm>
          <a:prstGeom prst="rect">
            <a:avLst/>
          </a:prstGeom>
          <a:solidFill>
            <a:srgbClr val="D7D5CF"/>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con imagen" showMasterSp="0">
  <p:cSld name="Agenda con imagen">
    <p:spTree>
      <p:nvGrpSpPr>
        <p:cNvPr id="266" name="Shape 266"/>
        <p:cNvGrpSpPr/>
        <p:nvPr/>
      </p:nvGrpSpPr>
      <p:grpSpPr>
        <a:xfrm>
          <a:off x="0" y="0"/>
          <a:ext cx="0" cy="0"/>
          <a:chOff x="0" y="0"/>
          <a:chExt cx="0" cy="0"/>
        </a:xfrm>
      </p:grpSpPr>
      <p:sp>
        <p:nvSpPr>
          <p:cNvPr id="267" name="Google Shape;267;p32"/>
          <p:cNvSpPr/>
          <p:nvPr/>
        </p:nvSpPr>
        <p:spPr>
          <a:xfrm>
            <a:off x="1" y="0"/>
            <a:ext cx="12191996"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268" name="Google Shape;268;p32"/>
          <p:cNvSpPr/>
          <p:nvPr/>
        </p:nvSpPr>
        <p:spPr>
          <a:xfrm>
            <a:off x="1371603" y="3415504"/>
            <a:ext cx="10820397" cy="34424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269" name="Google Shape;269;p32"/>
          <p:cNvCxnSpPr/>
          <p:nvPr/>
        </p:nvCxnSpPr>
        <p:spPr>
          <a:xfrm rot="10800000">
            <a:off x="11506200" y="1113182"/>
            <a:ext cx="0" cy="1704012"/>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70" name="Google Shape;270;p32"/>
          <p:cNvSpPr txBox="1"/>
          <p:nvPr>
            <p:ph type="title"/>
          </p:nvPr>
        </p:nvSpPr>
        <p:spPr>
          <a:xfrm>
            <a:off x="146306" y="182880"/>
            <a:ext cx="7930892" cy="2238587"/>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12000"/>
              <a:buFont typeface="Oswald SemiBold"/>
              <a:buNone/>
              <a:defRPr sz="12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2"/>
          <p:cNvSpPr txBox="1"/>
          <p:nvPr>
            <p:ph idx="1" type="body"/>
          </p:nvPr>
        </p:nvSpPr>
        <p:spPr>
          <a:xfrm>
            <a:off x="1804946" y="3840480"/>
            <a:ext cx="6543924" cy="253646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accent2"/>
              </a:buClr>
              <a:buSzPts val="1800"/>
              <a:buFont typeface="Oswald SemiBold"/>
              <a:buAutoNum type="arabicPeriod"/>
              <a:defRPr sz="1800"/>
            </a:lvl1pPr>
            <a:lvl2pPr indent="-330200" lvl="1" marL="914400" algn="l">
              <a:lnSpc>
                <a:spcPct val="120000"/>
              </a:lnSpc>
              <a:spcBef>
                <a:spcPts val="500"/>
              </a:spcBef>
              <a:spcAft>
                <a:spcPts val="0"/>
              </a:spcAft>
              <a:buClr>
                <a:schemeClr val="accent2"/>
              </a:buClr>
              <a:buSzPts val="1600"/>
              <a:buFont typeface="Oswald SemiBold"/>
              <a:buAutoNum type="arabicPeriod"/>
              <a:defRPr sz="1600"/>
            </a:lvl2pPr>
            <a:lvl3pPr indent="-317500" lvl="2" marL="1371600" algn="l">
              <a:lnSpc>
                <a:spcPct val="120000"/>
              </a:lnSpc>
              <a:spcBef>
                <a:spcPts val="500"/>
              </a:spcBef>
              <a:spcAft>
                <a:spcPts val="0"/>
              </a:spcAft>
              <a:buClr>
                <a:schemeClr val="accent2"/>
              </a:buClr>
              <a:buSzPts val="1400"/>
              <a:buFont typeface="Oswald SemiBold"/>
              <a:buAutoNum type="arabicPeriod"/>
              <a:defRPr sz="1400"/>
            </a:lvl3pPr>
            <a:lvl4pPr indent="-304800" lvl="3" marL="1828800" algn="l">
              <a:lnSpc>
                <a:spcPct val="120000"/>
              </a:lnSpc>
              <a:spcBef>
                <a:spcPts val="500"/>
              </a:spcBef>
              <a:spcAft>
                <a:spcPts val="0"/>
              </a:spcAft>
              <a:buClr>
                <a:schemeClr val="accent2"/>
              </a:buClr>
              <a:buSzPts val="1200"/>
              <a:buFont typeface="Oswald SemiBold"/>
              <a:buAutoNum type="arabicPeriod"/>
              <a:defRPr sz="1200"/>
            </a:lvl4pPr>
            <a:lvl5pPr indent="-304800" lvl="4" marL="2286000" algn="l">
              <a:lnSpc>
                <a:spcPct val="120000"/>
              </a:lnSpc>
              <a:spcBef>
                <a:spcPts val="500"/>
              </a:spcBef>
              <a:spcAft>
                <a:spcPts val="0"/>
              </a:spcAft>
              <a:buClr>
                <a:schemeClr val="accent2"/>
              </a:buClr>
              <a:buSzPts val="1200"/>
              <a:buFont typeface="Oswald SemiBold"/>
              <a:buAutoNum type="arabicPeriod"/>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32"/>
          <p:cNvSpPr txBox="1"/>
          <p:nvPr>
            <p:ph idx="11" type="ftr"/>
          </p:nvPr>
        </p:nvSpPr>
        <p:spPr>
          <a:xfrm>
            <a:off x="10134611" y="612381"/>
            <a:ext cx="1484228" cy="479352"/>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32"/>
          <p:cNvSpPr txBox="1"/>
          <p:nvPr>
            <p:ph idx="10" type="dt"/>
          </p:nvPr>
        </p:nvSpPr>
        <p:spPr>
          <a:xfrm>
            <a:off x="9933512" y="2756699"/>
            <a:ext cx="1256738" cy="423823"/>
          </a:xfrm>
          <a:prstGeom prst="rect">
            <a:avLst/>
          </a:prstGeom>
          <a:solidFill>
            <a:srgbClr val="D7D5CF"/>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32"/>
          <p:cNvSpPr txBox="1"/>
          <p:nvPr>
            <p:ph idx="12" type="sldNum"/>
          </p:nvPr>
        </p:nvSpPr>
        <p:spPr>
          <a:xfrm>
            <a:off x="11210544" y="2756699"/>
            <a:ext cx="429372" cy="423823"/>
          </a:xfrm>
          <a:prstGeom prst="rect">
            <a:avLst/>
          </a:prstGeom>
          <a:solidFill>
            <a:srgbClr val="D7D5CF"/>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75" name="Google Shape;275;p32"/>
          <p:cNvPicPr preferRelativeResize="0"/>
          <p:nvPr>
            <p:ph idx="2" type="pic"/>
          </p:nvPr>
        </p:nvPicPr>
        <p:blipFill/>
        <p:spPr>
          <a:xfrm>
            <a:off x="8763000" y="3415504"/>
            <a:ext cx="3429000" cy="3442496"/>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con imagen 2" showMasterSp="0">
  <p:cSld name="Agenda con imagen 2">
    <p:spTree>
      <p:nvGrpSpPr>
        <p:cNvPr id="276" name="Shape 276"/>
        <p:cNvGrpSpPr/>
        <p:nvPr/>
      </p:nvGrpSpPr>
      <p:grpSpPr>
        <a:xfrm>
          <a:off x="0" y="0"/>
          <a:ext cx="0" cy="0"/>
          <a:chOff x="0" y="0"/>
          <a:chExt cx="0" cy="0"/>
        </a:xfrm>
      </p:grpSpPr>
      <p:sp>
        <p:nvSpPr>
          <p:cNvPr id="277" name="Google Shape;277;p33"/>
          <p:cNvSpPr/>
          <p:nvPr/>
        </p:nvSpPr>
        <p:spPr>
          <a:xfrm>
            <a:off x="0" y="0"/>
            <a:ext cx="12191997"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278" name="Google Shape;278;p33"/>
          <p:cNvSpPr/>
          <p:nvPr/>
        </p:nvSpPr>
        <p:spPr>
          <a:xfrm>
            <a:off x="1098960" y="3429002"/>
            <a:ext cx="11093040" cy="34289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279" name="Google Shape;279;p33"/>
          <p:cNvCxnSpPr/>
          <p:nvPr/>
        </p:nvCxnSpPr>
        <p:spPr>
          <a:xfrm>
            <a:off x="11506200" y="685800"/>
            <a:ext cx="0" cy="5486400"/>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280" name="Google Shape;280;p33"/>
          <p:cNvSpPr txBox="1"/>
          <p:nvPr>
            <p:ph type="title"/>
          </p:nvPr>
        </p:nvSpPr>
        <p:spPr>
          <a:xfrm>
            <a:off x="146306" y="182881"/>
            <a:ext cx="8320359" cy="220472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lt2"/>
              </a:buClr>
              <a:buSzPts val="12400"/>
              <a:buFont typeface="Oswald SemiBold"/>
              <a:buNone/>
              <a:defRPr sz="124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33"/>
          <p:cNvSpPr txBox="1"/>
          <p:nvPr>
            <p:ph idx="11" type="ftr"/>
          </p:nvPr>
        </p:nvSpPr>
        <p:spPr>
          <a:xfrm>
            <a:off x="9561444" y="612065"/>
            <a:ext cx="2057397" cy="489061"/>
          </a:xfrm>
          <a:prstGeom prst="rect">
            <a:avLst/>
          </a:prstGeom>
          <a:solidFill>
            <a:srgbClr val="D7D5CF"/>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82" name="Google Shape;282;p33"/>
          <p:cNvPicPr preferRelativeResize="0"/>
          <p:nvPr>
            <p:ph idx="2" type="pic"/>
          </p:nvPr>
        </p:nvPicPr>
        <p:blipFill/>
        <p:spPr>
          <a:xfrm>
            <a:off x="1098550" y="3429000"/>
            <a:ext cx="3702050" cy="3443288"/>
          </a:xfrm>
          <a:prstGeom prst="rect">
            <a:avLst/>
          </a:prstGeom>
          <a:blipFill rotWithShape="1">
            <a:blip r:embed="rId2">
              <a:alphaModFix amt="70000"/>
            </a:blip>
            <a:stretch>
              <a:fillRect b="0" l="0" r="0" t="0"/>
            </a:stretch>
          </a:blipFill>
          <a:ln>
            <a:noFill/>
          </a:ln>
        </p:spPr>
      </p:pic>
      <p:sp>
        <p:nvSpPr>
          <p:cNvPr id="283" name="Google Shape;283;p33"/>
          <p:cNvSpPr txBox="1"/>
          <p:nvPr>
            <p:ph idx="1" type="body"/>
          </p:nvPr>
        </p:nvSpPr>
        <p:spPr>
          <a:xfrm>
            <a:off x="5351231" y="3904090"/>
            <a:ext cx="5805964" cy="226811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accent2"/>
              </a:buClr>
              <a:buSzPts val="1800"/>
              <a:buFont typeface="Oswald SemiBold"/>
              <a:buAutoNum type="arabicPeriod"/>
              <a:defRPr sz="1800"/>
            </a:lvl1pPr>
            <a:lvl2pPr indent="-330200" lvl="1" marL="914400" algn="l">
              <a:lnSpc>
                <a:spcPct val="120000"/>
              </a:lnSpc>
              <a:spcBef>
                <a:spcPts val="500"/>
              </a:spcBef>
              <a:spcAft>
                <a:spcPts val="0"/>
              </a:spcAft>
              <a:buClr>
                <a:schemeClr val="accent2"/>
              </a:buClr>
              <a:buSzPts val="1600"/>
              <a:buFont typeface="Oswald SemiBold"/>
              <a:buAutoNum type="arabicPeriod"/>
              <a:defRPr sz="1600"/>
            </a:lvl2pPr>
            <a:lvl3pPr indent="-317500" lvl="2" marL="1371600" algn="l">
              <a:lnSpc>
                <a:spcPct val="120000"/>
              </a:lnSpc>
              <a:spcBef>
                <a:spcPts val="500"/>
              </a:spcBef>
              <a:spcAft>
                <a:spcPts val="0"/>
              </a:spcAft>
              <a:buClr>
                <a:schemeClr val="accent2"/>
              </a:buClr>
              <a:buSzPts val="1400"/>
              <a:buFont typeface="Oswald SemiBold"/>
              <a:buAutoNum type="arabicPeriod"/>
              <a:defRPr sz="1400"/>
            </a:lvl3pPr>
            <a:lvl4pPr indent="-304800" lvl="3" marL="1828800" algn="l">
              <a:lnSpc>
                <a:spcPct val="120000"/>
              </a:lnSpc>
              <a:spcBef>
                <a:spcPts val="500"/>
              </a:spcBef>
              <a:spcAft>
                <a:spcPts val="0"/>
              </a:spcAft>
              <a:buClr>
                <a:schemeClr val="accent2"/>
              </a:buClr>
              <a:buSzPts val="1200"/>
              <a:buFont typeface="Oswald SemiBold"/>
              <a:buAutoNum type="arabicPeriod"/>
              <a:defRPr sz="1200"/>
            </a:lvl4pPr>
            <a:lvl5pPr indent="-304800" lvl="4" marL="2286000" algn="l">
              <a:lnSpc>
                <a:spcPct val="120000"/>
              </a:lnSpc>
              <a:spcBef>
                <a:spcPts val="500"/>
              </a:spcBef>
              <a:spcAft>
                <a:spcPts val="0"/>
              </a:spcAft>
              <a:buClr>
                <a:schemeClr val="accent2"/>
              </a:buClr>
              <a:buSzPts val="1200"/>
              <a:buFont typeface="Oswald SemiBold"/>
              <a:buAutoNum type="arabicPeriod"/>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33"/>
          <p:cNvSpPr txBox="1"/>
          <p:nvPr>
            <p:ph idx="10" type="dt"/>
          </p:nvPr>
        </p:nvSpPr>
        <p:spPr>
          <a:xfrm>
            <a:off x="9957816" y="5888658"/>
            <a:ext cx="1256738" cy="5455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33"/>
          <p:cNvSpPr txBox="1"/>
          <p:nvPr>
            <p:ph idx="12" type="sldNum"/>
          </p:nvPr>
        </p:nvSpPr>
        <p:spPr>
          <a:xfrm>
            <a:off x="11210544" y="5888658"/>
            <a:ext cx="429372" cy="5455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2" showMasterSp="0">
  <p:cSld name="Contenido 2">
    <p:spTree>
      <p:nvGrpSpPr>
        <p:cNvPr id="286" name="Shape 286"/>
        <p:cNvGrpSpPr/>
        <p:nvPr/>
      </p:nvGrpSpPr>
      <p:grpSpPr>
        <a:xfrm>
          <a:off x="0" y="0"/>
          <a:ext cx="0" cy="0"/>
          <a:chOff x="0" y="0"/>
          <a:chExt cx="0" cy="0"/>
        </a:xfrm>
      </p:grpSpPr>
      <p:sp>
        <p:nvSpPr>
          <p:cNvPr id="287" name="Google Shape;287;p34"/>
          <p:cNvSpPr txBox="1"/>
          <p:nvPr>
            <p:ph type="title"/>
          </p:nvPr>
        </p:nvSpPr>
        <p:spPr>
          <a:xfrm>
            <a:off x="3800915" y="1001865"/>
            <a:ext cx="4683538" cy="1596220"/>
          </a:xfrm>
          <a:prstGeom prst="rect">
            <a:avLst/>
          </a:prstGeom>
          <a:noFill/>
          <a:ln>
            <a:noFill/>
          </a:ln>
        </p:spPr>
        <p:txBody>
          <a:bodyPr anchorCtr="0" anchor="b" bIns="137150" lIns="91425" spcFirstLastPara="1" rIns="91425" wrap="square" tIns="45700">
            <a:normAutofit/>
          </a:bodyPr>
          <a:lstStyle>
            <a:lvl1pPr lvl="0" algn="ctr">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4"/>
          <p:cNvSpPr txBox="1"/>
          <p:nvPr>
            <p:ph idx="1" type="body"/>
          </p:nvPr>
        </p:nvSpPr>
        <p:spPr>
          <a:xfrm>
            <a:off x="3804557" y="3192236"/>
            <a:ext cx="4679897" cy="169439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dk2"/>
              </a:buClr>
              <a:buSzPts val="1400"/>
              <a:buNone/>
              <a:defRPr/>
            </a:lvl1pPr>
            <a:lvl2pPr indent="-228600" lvl="1" marL="914400" algn="ctr">
              <a:lnSpc>
                <a:spcPct val="120000"/>
              </a:lnSpc>
              <a:spcBef>
                <a:spcPts val="500"/>
              </a:spcBef>
              <a:spcAft>
                <a:spcPts val="0"/>
              </a:spcAft>
              <a:buClr>
                <a:schemeClr val="dk2"/>
              </a:buClr>
              <a:buSzPts val="1400"/>
              <a:buNone/>
              <a:defRPr/>
            </a:lvl2pPr>
            <a:lvl3pPr indent="-228600" lvl="2" marL="1371600" algn="ctr">
              <a:lnSpc>
                <a:spcPct val="120000"/>
              </a:lnSpc>
              <a:spcBef>
                <a:spcPts val="500"/>
              </a:spcBef>
              <a:spcAft>
                <a:spcPts val="0"/>
              </a:spcAft>
              <a:buClr>
                <a:schemeClr val="dk2"/>
              </a:buClr>
              <a:buSzPts val="1400"/>
              <a:buNone/>
              <a:defRPr/>
            </a:lvl3pPr>
            <a:lvl4pPr indent="-228600" lvl="3" marL="1828800" algn="ctr">
              <a:lnSpc>
                <a:spcPct val="120000"/>
              </a:lnSpc>
              <a:spcBef>
                <a:spcPts val="500"/>
              </a:spcBef>
              <a:spcAft>
                <a:spcPts val="0"/>
              </a:spcAft>
              <a:buClr>
                <a:schemeClr val="dk2"/>
              </a:buClr>
              <a:buSzPts val="1200"/>
              <a:buNone/>
              <a:defRPr/>
            </a:lvl4pPr>
            <a:lvl5pPr indent="-228600" lvl="4" marL="2286000" algn="ctr">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34"/>
          <p:cNvSpPr txBox="1"/>
          <p:nvPr>
            <p:ph idx="11" type="ftr"/>
          </p:nvPr>
        </p:nvSpPr>
        <p:spPr>
          <a:xfrm>
            <a:off x="605430" y="6029868"/>
            <a:ext cx="191109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34"/>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34"/>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92" name="Google Shape;292;p34"/>
          <p:cNvCxnSpPr/>
          <p:nvPr/>
        </p:nvCxnSpPr>
        <p:spPr>
          <a:xfrm flipH="1" rot="10800000">
            <a:off x="6130458" y="2598084"/>
            <a:ext cx="3642" cy="479070"/>
          </a:xfrm>
          <a:prstGeom prst="straightConnector1">
            <a:avLst/>
          </a:prstGeom>
          <a:noFill/>
          <a:ln cap="flat" cmpd="sng" w="12700">
            <a:solidFill>
              <a:schemeClr val="dk2">
                <a:alpha val="50196"/>
              </a:schemeClr>
            </a:solidFill>
            <a:prstDash val="solid"/>
            <a:miter lim="800000"/>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3" showMasterSp="0">
  <p:cSld name="Contenido 3">
    <p:spTree>
      <p:nvGrpSpPr>
        <p:cNvPr id="293" name="Shape 293"/>
        <p:cNvGrpSpPr/>
        <p:nvPr/>
      </p:nvGrpSpPr>
      <p:grpSpPr>
        <a:xfrm>
          <a:off x="0" y="0"/>
          <a:ext cx="0" cy="0"/>
          <a:chOff x="0" y="0"/>
          <a:chExt cx="0" cy="0"/>
        </a:xfrm>
      </p:grpSpPr>
      <p:sp>
        <p:nvSpPr>
          <p:cNvPr id="294" name="Google Shape;294;p35"/>
          <p:cNvSpPr txBox="1"/>
          <p:nvPr>
            <p:ph type="title"/>
          </p:nvPr>
        </p:nvSpPr>
        <p:spPr>
          <a:xfrm>
            <a:off x="1371602" y="1028700"/>
            <a:ext cx="4381494" cy="1526721"/>
          </a:xfrm>
          <a:prstGeom prst="rect">
            <a:avLst/>
          </a:prstGeom>
          <a:noFill/>
          <a:ln>
            <a:noFill/>
          </a:ln>
        </p:spPr>
        <p:txBody>
          <a:bodyPr anchorCtr="0" anchor="b" bIns="137150" lIns="91425" spcFirstLastPara="1" rIns="91425" wrap="square" tIns="45700">
            <a:normAutofit/>
          </a:bodyPr>
          <a:lstStyle>
            <a:lvl1pPr lvl="0" algn="r">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35"/>
          <p:cNvSpPr txBox="1"/>
          <p:nvPr>
            <p:ph idx="1" type="body"/>
          </p:nvPr>
        </p:nvSpPr>
        <p:spPr>
          <a:xfrm>
            <a:off x="5864680" y="2743200"/>
            <a:ext cx="4035776" cy="2202515"/>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35"/>
          <p:cNvSpPr txBox="1"/>
          <p:nvPr>
            <p:ph idx="11" type="ftr"/>
          </p:nvPr>
        </p:nvSpPr>
        <p:spPr>
          <a:xfrm>
            <a:off x="605430" y="6029868"/>
            <a:ext cx="191109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35"/>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35"/>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99" name="Google Shape;299;p35"/>
          <p:cNvCxnSpPr/>
          <p:nvPr/>
        </p:nvCxnSpPr>
        <p:spPr>
          <a:xfrm rot="10800000">
            <a:off x="5486400" y="2743200"/>
            <a:ext cx="0" cy="2202516"/>
          </a:xfrm>
          <a:prstGeom prst="straightConnector1">
            <a:avLst/>
          </a:prstGeom>
          <a:noFill/>
          <a:ln cap="flat" cmpd="sng" w="12700">
            <a:solidFill>
              <a:schemeClr val="dk2">
                <a:alpha val="50196"/>
              </a:schemeClr>
            </a:solidFill>
            <a:prstDash val="solid"/>
            <a:miter lim="800000"/>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4">
  <p:cSld name="Contenido 4">
    <p:spTree>
      <p:nvGrpSpPr>
        <p:cNvPr id="300" name="Shape 300"/>
        <p:cNvGrpSpPr/>
        <p:nvPr/>
      </p:nvGrpSpPr>
      <p:grpSpPr>
        <a:xfrm>
          <a:off x="0" y="0"/>
          <a:ext cx="0" cy="0"/>
          <a:chOff x="0" y="0"/>
          <a:chExt cx="0" cy="0"/>
        </a:xfrm>
      </p:grpSpPr>
      <p:sp>
        <p:nvSpPr>
          <p:cNvPr id="301" name="Google Shape;301;p36"/>
          <p:cNvSpPr txBox="1"/>
          <p:nvPr>
            <p:ph type="title"/>
          </p:nvPr>
        </p:nvSpPr>
        <p:spPr>
          <a:xfrm>
            <a:off x="1371601" y="2057399"/>
            <a:ext cx="3429000" cy="1868557"/>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36"/>
          <p:cNvSpPr txBox="1"/>
          <p:nvPr>
            <p:ph idx="1" type="body"/>
          </p:nvPr>
        </p:nvSpPr>
        <p:spPr>
          <a:xfrm>
            <a:off x="5486400" y="2057401"/>
            <a:ext cx="4648200" cy="27432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36"/>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36"/>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36"/>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5">
  <p:cSld name="Contenido 5">
    <p:spTree>
      <p:nvGrpSpPr>
        <p:cNvPr id="306" name="Shape 306"/>
        <p:cNvGrpSpPr/>
        <p:nvPr/>
      </p:nvGrpSpPr>
      <p:grpSpPr>
        <a:xfrm>
          <a:off x="0" y="0"/>
          <a:ext cx="0" cy="0"/>
          <a:chOff x="0" y="0"/>
          <a:chExt cx="0" cy="0"/>
        </a:xfrm>
      </p:grpSpPr>
      <p:sp>
        <p:nvSpPr>
          <p:cNvPr id="307" name="Google Shape;307;p37"/>
          <p:cNvSpPr txBox="1"/>
          <p:nvPr>
            <p:ph type="title"/>
          </p:nvPr>
        </p:nvSpPr>
        <p:spPr>
          <a:xfrm>
            <a:off x="1371601" y="1027622"/>
            <a:ext cx="3429000" cy="1868557"/>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7"/>
          <p:cNvSpPr txBox="1"/>
          <p:nvPr>
            <p:ph idx="1" type="body"/>
          </p:nvPr>
        </p:nvSpPr>
        <p:spPr>
          <a:xfrm>
            <a:off x="5486400" y="1027623"/>
            <a:ext cx="4648200" cy="448453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 name="Google Shape;309;p37"/>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37"/>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37"/>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6">
  <p:cSld name="Contenido 6">
    <p:spTree>
      <p:nvGrpSpPr>
        <p:cNvPr id="312" name="Shape 312"/>
        <p:cNvGrpSpPr/>
        <p:nvPr/>
      </p:nvGrpSpPr>
      <p:grpSpPr>
        <a:xfrm>
          <a:off x="0" y="0"/>
          <a:ext cx="0" cy="0"/>
          <a:chOff x="0" y="0"/>
          <a:chExt cx="0" cy="0"/>
        </a:xfrm>
      </p:grpSpPr>
      <p:sp>
        <p:nvSpPr>
          <p:cNvPr id="313" name="Google Shape;313;p38"/>
          <p:cNvSpPr txBox="1"/>
          <p:nvPr>
            <p:ph type="title"/>
          </p:nvPr>
        </p:nvSpPr>
        <p:spPr>
          <a:xfrm>
            <a:off x="603504" y="1031915"/>
            <a:ext cx="3968496" cy="1494845"/>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38"/>
          <p:cNvSpPr txBox="1"/>
          <p:nvPr>
            <p:ph idx="1" type="body"/>
          </p:nvPr>
        </p:nvSpPr>
        <p:spPr>
          <a:xfrm>
            <a:off x="5090020" y="1001865"/>
            <a:ext cx="6416180" cy="468331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38"/>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38"/>
          <p:cNvSpPr txBox="1"/>
          <p:nvPr>
            <p:ph idx="10" type="dt"/>
          </p:nvPr>
        </p:nvSpPr>
        <p:spPr>
          <a:xfrm>
            <a:off x="10058400" y="6029867"/>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38"/>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7">
  <p:cSld name="Contenido 7">
    <p:spTree>
      <p:nvGrpSpPr>
        <p:cNvPr id="318" name="Shape 318"/>
        <p:cNvGrpSpPr/>
        <p:nvPr/>
      </p:nvGrpSpPr>
      <p:grpSpPr>
        <a:xfrm>
          <a:off x="0" y="0"/>
          <a:ext cx="0" cy="0"/>
          <a:chOff x="0" y="0"/>
          <a:chExt cx="0" cy="0"/>
        </a:xfrm>
      </p:grpSpPr>
      <p:sp>
        <p:nvSpPr>
          <p:cNvPr id="319" name="Google Shape;319;p39"/>
          <p:cNvSpPr txBox="1"/>
          <p:nvPr>
            <p:ph type="title"/>
          </p:nvPr>
        </p:nvSpPr>
        <p:spPr>
          <a:xfrm>
            <a:off x="603504" y="650915"/>
            <a:ext cx="3054096" cy="1711285"/>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39"/>
          <p:cNvSpPr txBox="1"/>
          <p:nvPr>
            <p:ph idx="1" type="body"/>
          </p:nvPr>
        </p:nvSpPr>
        <p:spPr>
          <a:xfrm>
            <a:off x="4026716" y="650915"/>
            <a:ext cx="7479484" cy="521648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 name="Google Shape;321;p39"/>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39"/>
          <p:cNvSpPr txBox="1"/>
          <p:nvPr>
            <p:ph idx="10" type="dt"/>
          </p:nvPr>
        </p:nvSpPr>
        <p:spPr>
          <a:xfrm>
            <a:off x="10058400" y="6029867"/>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3" name="Google Shape;323;p39"/>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showMasterSp="0">
  <p:cSld name="Contenido con imagen">
    <p:spTree>
      <p:nvGrpSpPr>
        <p:cNvPr id="324" name="Shape 324"/>
        <p:cNvGrpSpPr/>
        <p:nvPr/>
      </p:nvGrpSpPr>
      <p:grpSpPr>
        <a:xfrm>
          <a:off x="0" y="0"/>
          <a:ext cx="0" cy="0"/>
          <a:chOff x="0" y="0"/>
          <a:chExt cx="0" cy="0"/>
        </a:xfrm>
      </p:grpSpPr>
      <p:pic>
        <p:nvPicPr>
          <p:cNvPr id="325" name="Google Shape;325;p40"/>
          <p:cNvPicPr preferRelativeResize="0"/>
          <p:nvPr>
            <p:ph idx="2" type="pic"/>
          </p:nvPr>
        </p:nvPicPr>
        <p:blipFill/>
        <p:spPr>
          <a:xfrm>
            <a:off x="0" y="0"/>
            <a:ext cx="3124200" cy="6858000"/>
          </a:xfrm>
          <a:prstGeom prst="rect">
            <a:avLst/>
          </a:prstGeom>
          <a:blipFill rotWithShape="1">
            <a:blip r:embed="rId2">
              <a:alphaModFix amt="70000"/>
            </a:blip>
            <a:stretch>
              <a:fillRect b="0" l="0" r="0" t="0"/>
            </a:stretch>
          </a:blipFill>
          <a:ln>
            <a:noFill/>
          </a:ln>
        </p:spPr>
      </p:pic>
      <p:sp>
        <p:nvSpPr>
          <p:cNvPr id="326" name="Google Shape;326;p40"/>
          <p:cNvSpPr txBox="1"/>
          <p:nvPr>
            <p:ph type="title"/>
          </p:nvPr>
        </p:nvSpPr>
        <p:spPr>
          <a:xfrm>
            <a:off x="2438400" y="0"/>
            <a:ext cx="7391400" cy="1207008"/>
          </a:xfrm>
          <a:prstGeom prst="rect">
            <a:avLst/>
          </a:prstGeom>
          <a:solidFill>
            <a:schemeClr val="lt1"/>
          </a:solidFill>
          <a:ln>
            <a:noFill/>
          </a:ln>
        </p:spPr>
        <p:txBody>
          <a:bodyPr anchorCtr="0" anchor="b" bIns="91425"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40"/>
          <p:cNvSpPr txBox="1"/>
          <p:nvPr>
            <p:ph idx="1" type="body"/>
          </p:nvPr>
        </p:nvSpPr>
        <p:spPr>
          <a:xfrm>
            <a:off x="3733800" y="1367622"/>
            <a:ext cx="7929006" cy="447754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28" name="Google Shape;328;p40"/>
          <p:cNvCxnSpPr/>
          <p:nvPr/>
        </p:nvCxnSpPr>
        <p:spPr>
          <a:xfrm>
            <a:off x="3810000" y="6210300"/>
            <a:ext cx="7696200" cy="0"/>
          </a:xfrm>
          <a:prstGeom prst="straightConnector1">
            <a:avLst/>
          </a:prstGeom>
          <a:noFill/>
          <a:ln cap="flat" cmpd="sng" w="12700">
            <a:solidFill>
              <a:schemeClr val="dk2">
                <a:alpha val="50196"/>
              </a:schemeClr>
            </a:solidFill>
            <a:prstDash val="solid"/>
            <a:miter lim="800000"/>
            <a:headEnd len="sm" w="sm" type="none"/>
            <a:tailEnd len="sm" w="sm" type="none"/>
          </a:ln>
        </p:spPr>
      </p:cxnSp>
      <p:sp>
        <p:nvSpPr>
          <p:cNvPr id="329" name="Google Shape;329;p40"/>
          <p:cNvSpPr txBox="1"/>
          <p:nvPr>
            <p:ph idx="11" type="ftr"/>
          </p:nvPr>
        </p:nvSpPr>
        <p:spPr>
          <a:xfrm>
            <a:off x="3657601" y="6029868"/>
            <a:ext cx="2024542"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40"/>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1" name="Google Shape;331;p40"/>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2">
  <p:cSld name="Contenido con imagen 2">
    <p:spTree>
      <p:nvGrpSpPr>
        <p:cNvPr id="332" name="Shape 332"/>
        <p:cNvGrpSpPr/>
        <p:nvPr/>
      </p:nvGrpSpPr>
      <p:grpSpPr>
        <a:xfrm>
          <a:off x="0" y="0"/>
          <a:ext cx="0" cy="0"/>
          <a:chOff x="0" y="0"/>
          <a:chExt cx="0" cy="0"/>
        </a:xfrm>
      </p:grpSpPr>
      <p:sp>
        <p:nvSpPr>
          <p:cNvPr id="333" name="Google Shape;333;p41"/>
          <p:cNvSpPr txBox="1"/>
          <p:nvPr>
            <p:ph type="title"/>
          </p:nvPr>
        </p:nvSpPr>
        <p:spPr>
          <a:xfrm>
            <a:off x="603504" y="553299"/>
            <a:ext cx="8159496" cy="659274"/>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41"/>
          <p:cNvSpPr txBox="1"/>
          <p:nvPr>
            <p:ph idx="1" type="body"/>
          </p:nvPr>
        </p:nvSpPr>
        <p:spPr>
          <a:xfrm>
            <a:off x="605432" y="1371601"/>
            <a:ext cx="8157568" cy="465429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41"/>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41"/>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41"/>
          <p:cNvSpPr txBox="1"/>
          <p:nvPr>
            <p:ph idx="12" type="sldNum"/>
          </p:nvPr>
        </p:nvSpPr>
        <p:spPr>
          <a:xfrm>
            <a:off x="11238206"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38" name="Google Shape;338;p41"/>
          <p:cNvPicPr preferRelativeResize="0"/>
          <p:nvPr>
            <p:ph idx="2" type="pic"/>
          </p:nvPr>
        </p:nvPicPr>
        <p:blipFill/>
        <p:spPr>
          <a:xfrm>
            <a:off x="9448799" y="0"/>
            <a:ext cx="2743201" cy="5562600"/>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3">
  <p:cSld name="Contenido con imagen 3">
    <p:spTree>
      <p:nvGrpSpPr>
        <p:cNvPr id="339" name="Shape 339"/>
        <p:cNvGrpSpPr/>
        <p:nvPr/>
      </p:nvGrpSpPr>
      <p:grpSpPr>
        <a:xfrm>
          <a:off x="0" y="0"/>
          <a:ext cx="0" cy="0"/>
          <a:chOff x="0" y="0"/>
          <a:chExt cx="0" cy="0"/>
        </a:xfrm>
      </p:grpSpPr>
      <p:pic>
        <p:nvPicPr>
          <p:cNvPr id="340" name="Google Shape;340;p42"/>
          <p:cNvPicPr preferRelativeResize="0"/>
          <p:nvPr>
            <p:ph idx="2" type="pic"/>
          </p:nvPr>
        </p:nvPicPr>
        <p:blipFill/>
        <p:spPr>
          <a:xfrm>
            <a:off x="0" y="0"/>
            <a:ext cx="5486400" cy="5562600"/>
          </a:xfrm>
          <a:prstGeom prst="rect">
            <a:avLst/>
          </a:prstGeom>
          <a:blipFill rotWithShape="1">
            <a:blip r:embed="rId2">
              <a:alphaModFix amt="70000"/>
            </a:blip>
            <a:stretch>
              <a:fillRect b="0" l="0" r="0" t="0"/>
            </a:stretch>
          </a:blipFill>
          <a:ln>
            <a:noFill/>
          </a:ln>
        </p:spPr>
      </p:pic>
      <p:sp>
        <p:nvSpPr>
          <p:cNvPr id="341" name="Google Shape;341;p42"/>
          <p:cNvSpPr txBox="1"/>
          <p:nvPr>
            <p:ph type="title"/>
          </p:nvPr>
        </p:nvSpPr>
        <p:spPr>
          <a:xfrm>
            <a:off x="5063318" y="0"/>
            <a:ext cx="4385481" cy="1796124"/>
          </a:xfrm>
          <a:prstGeom prst="rect">
            <a:avLst/>
          </a:prstGeom>
          <a:solidFill>
            <a:schemeClr val="lt1"/>
          </a:solidFill>
          <a:ln>
            <a:noFill/>
          </a:ln>
        </p:spPr>
        <p:txBody>
          <a:bodyPr anchorCtr="0" anchor="b" bIns="137150" lIns="137150"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42"/>
          <p:cNvSpPr txBox="1"/>
          <p:nvPr>
            <p:ph idx="1" type="body"/>
          </p:nvPr>
        </p:nvSpPr>
        <p:spPr>
          <a:xfrm>
            <a:off x="6055056" y="1965281"/>
            <a:ext cx="4859992" cy="373287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42"/>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42"/>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5" name="Google Shape;345;p42"/>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4">
  <p:cSld name="Contenido con imagen 4">
    <p:spTree>
      <p:nvGrpSpPr>
        <p:cNvPr id="346" name="Shape 346"/>
        <p:cNvGrpSpPr/>
        <p:nvPr/>
      </p:nvGrpSpPr>
      <p:grpSpPr>
        <a:xfrm>
          <a:off x="0" y="0"/>
          <a:ext cx="0" cy="0"/>
          <a:chOff x="0" y="0"/>
          <a:chExt cx="0" cy="0"/>
        </a:xfrm>
      </p:grpSpPr>
      <p:sp>
        <p:nvSpPr>
          <p:cNvPr id="347" name="Google Shape;347;p43"/>
          <p:cNvSpPr txBox="1"/>
          <p:nvPr>
            <p:ph type="title"/>
          </p:nvPr>
        </p:nvSpPr>
        <p:spPr>
          <a:xfrm>
            <a:off x="603504" y="499475"/>
            <a:ext cx="3625442" cy="1474692"/>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43"/>
          <p:cNvSpPr txBox="1"/>
          <p:nvPr>
            <p:ph idx="1" type="body"/>
          </p:nvPr>
        </p:nvSpPr>
        <p:spPr>
          <a:xfrm>
            <a:off x="605432" y="2124222"/>
            <a:ext cx="3567404" cy="348878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49" name="Google Shape;349;p43"/>
          <p:cNvPicPr preferRelativeResize="0"/>
          <p:nvPr>
            <p:ph idx="2" type="pic"/>
          </p:nvPr>
        </p:nvPicPr>
        <p:blipFill/>
        <p:spPr>
          <a:xfrm>
            <a:off x="4800601" y="0"/>
            <a:ext cx="7391400" cy="5562600"/>
          </a:xfrm>
          <a:prstGeom prst="rect">
            <a:avLst/>
          </a:prstGeom>
          <a:blipFill rotWithShape="1">
            <a:blip r:embed="rId2">
              <a:alphaModFix amt="70000"/>
            </a:blip>
            <a:stretch>
              <a:fillRect b="0" l="0" r="0" t="0"/>
            </a:stretch>
          </a:blipFill>
          <a:ln>
            <a:noFill/>
          </a:ln>
        </p:spPr>
      </p:pic>
      <p:sp>
        <p:nvSpPr>
          <p:cNvPr id="350" name="Google Shape;350;p43"/>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1" name="Google Shape;351;p43"/>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43"/>
          <p:cNvSpPr txBox="1"/>
          <p:nvPr>
            <p:ph idx="12" type="sldNum"/>
          </p:nvPr>
        </p:nvSpPr>
        <p:spPr>
          <a:xfrm>
            <a:off x="11238206"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5" showMasterSp="0">
  <p:cSld name="Contenido con imagen 5">
    <p:spTree>
      <p:nvGrpSpPr>
        <p:cNvPr id="353" name="Shape 353"/>
        <p:cNvGrpSpPr/>
        <p:nvPr/>
      </p:nvGrpSpPr>
      <p:grpSpPr>
        <a:xfrm>
          <a:off x="0" y="0"/>
          <a:ext cx="0" cy="0"/>
          <a:chOff x="0" y="0"/>
          <a:chExt cx="0" cy="0"/>
        </a:xfrm>
      </p:grpSpPr>
      <p:cxnSp>
        <p:nvCxnSpPr>
          <p:cNvPr id="354" name="Google Shape;354;p44"/>
          <p:cNvCxnSpPr/>
          <p:nvPr/>
        </p:nvCxnSpPr>
        <p:spPr>
          <a:xfrm>
            <a:off x="4800600" y="6210300"/>
            <a:ext cx="6705600" cy="0"/>
          </a:xfrm>
          <a:prstGeom prst="straightConnector1">
            <a:avLst/>
          </a:prstGeom>
          <a:noFill/>
          <a:ln cap="flat" cmpd="sng" w="12700">
            <a:solidFill>
              <a:schemeClr val="dk2">
                <a:alpha val="50196"/>
              </a:schemeClr>
            </a:solidFill>
            <a:prstDash val="solid"/>
            <a:miter lim="800000"/>
            <a:headEnd len="sm" w="sm" type="none"/>
            <a:tailEnd len="sm" w="sm" type="none"/>
          </a:ln>
        </p:spPr>
      </p:cxnSp>
      <p:pic>
        <p:nvPicPr>
          <p:cNvPr id="355" name="Google Shape;355;p44"/>
          <p:cNvPicPr preferRelativeResize="0"/>
          <p:nvPr>
            <p:ph idx="2" type="pic"/>
          </p:nvPr>
        </p:nvPicPr>
        <p:blipFill/>
        <p:spPr>
          <a:xfrm>
            <a:off x="0" y="0"/>
            <a:ext cx="4114800" cy="6858000"/>
          </a:xfrm>
          <a:prstGeom prst="rect">
            <a:avLst/>
          </a:prstGeom>
          <a:blipFill rotWithShape="1">
            <a:blip r:embed="rId2">
              <a:alphaModFix amt="70000"/>
            </a:blip>
            <a:stretch>
              <a:fillRect b="0" l="0" r="0" t="0"/>
            </a:stretch>
          </a:blipFill>
          <a:ln>
            <a:noFill/>
          </a:ln>
        </p:spPr>
      </p:pic>
      <p:sp>
        <p:nvSpPr>
          <p:cNvPr id="356" name="Google Shape;356;p44"/>
          <p:cNvSpPr txBox="1"/>
          <p:nvPr>
            <p:ph type="title"/>
          </p:nvPr>
        </p:nvSpPr>
        <p:spPr>
          <a:xfrm>
            <a:off x="3428999" y="0"/>
            <a:ext cx="6019801" cy="1593908"/>
          </a:xfrm>
          <a:prstGeom prst="rect">
            <a:avLst/>
          </a:prstGeom>
          <a:solidFill>
            <a:schemeClr val="lt1"/>
          </a:solidFill>
          <a:ln>
            <a:noFill/>
          </a:ln>
        </p:spPr>
        <p:txBody>
          <a:bodyPr anchorCtr="0" anchor="b" bIns="137150" lIns="137150" spcFirstLastPara="1" rIns="274300"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44"/>
          <p:cNvSpPr txBox="1"/>
          <p:nvPr>
            <p:ph idx="1" type="body"/>
          </p:nvPr>
        </p:nvSpPr>
        <p:spPr>
          <a:xfrm>
            <a:off x="4701509" y="1741394"/>
            <a:ext cx="6105157" cy="384336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8" name="Google Shape;358;p44"/>
          <p:cNvSpPr txBox="1"/>
          <p:nvPr>
            <p:ph idx="11" type="ftr"/>
          </p:nvPr>
        </p:nvSpPr>
        <p:spPr>
          <a:xfrm>
            <a:off x="4701508" y="6029868"/>
            <a:ext cx="2020824"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9" name="Google Shape;359;p44"/>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44"/>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6">
  <p:cSld name="Contenido con imagen 6">
    <p:spTree>
      <p:nvGrpSpPr>
        <p:cNvPr id="361" name="Shape 361"/>
        <p:cNvGrpSpPr/>
        <p:nvPr/>
      </p:nvGrpSpPr>
      <p:grpSpPr>
        <a:xfrm>
          <a:off x="0" y="0"/>
          <a:ext cx="0" cy="0"/>
          <a:chOff x="0" y="0"/>
          <a:chExt cx="0" cy="0"/>
        </a:xfrm>
      </p:grpSpPr>
      <p:sp>
        <p:nvSpPr>
          <p:cNvPr id="362" name="Google Shape;362;p45"/>
          <p:cNvSpPr txBox="1"/>
          <p:nvPr>
            <p:ph type="title"/>
          </p:nvPr>
        </p:nvSpPr>
        <p:spPr>
          <a:xfrm>
            <a:off x="603504" y="430047"/>
            <a:ext cx="4939005" cy="116627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3" name="Google Shape;363;p45"/>
          <p:cNvSpPr txBox="1"/>
          <p:nvPr>
            <p:ph idx="1" type="body"/>
          </p:nvPr>
        </p:nvSpPr>
        <p:spPr>
          <a:xfrm>
            <a:off x="605432" y="1746792"/>
            <a:ext cx="5776896" cy="3969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64" name="Google Shape;364;p45"/>
          <p:cNvPicPr preferRelativeResize="0"/>
          <p:nvPr>
            <p:ph idx="2" type="pic"/>
          </p:nvPr>
        </p:nvPicPr>
        <p:blipFill/>
        <p:spPr>
          <a:xfrm>
            <a:off x="7391400" y="0"/>
            <a:ext cx="4800600" cy="5562600"/>
          </a:xfrm>
          <a:prstGeom prst="rect">
            <a:avLst/>
          </a:prstGeom>
          <a:blipFill rotWithShape="1">
            <a:blip r:embed="rId2">
              <a:alphaModFix amt="70000"/>
            </a:blip>
            <a:stretch>
              <a:fillRect b="0" l="0" r="0" t="0"/>
            </a:stretch>
          </a:blipFill>
          <a:ln>
            <a:noFill/>
          </a:ln>
        </p:spPr>
      </p:pic>
      <p:sp>
        <p:nvSpPr>
          <p:cNvPr id="365" name="Google Shape;365;p45"/>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45"/>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45"/>
          <p:cNvSpPr txBox="1"/>
          <p:nvPr>
            <p:ph idx="12" type="sldNum"/>
          </p:nvPr>
        </p:nvSpPr>
        <p:spPr>
          <a:xfrm>
            <a:off x="11238206"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7" showMasterSp="0">
  <p:cSld name="Contenido con imagen 7">
    <p:spTree>
      <p:nvGrpSpPr>
        <p:cNvPr id="368" name="Shape 368"/>
        <p:cNvGrpSpPr/>
        <p:nvPr/>
      </p:nvGrpSpPr>
      <p:grpSpPr>
        <a:xfrm>
          <a:off x="0" y="0"/>
          <a:ext cx="0" cy="0"/>
          <a:chOff x="0" y="0"/>
          <a:chExt cx="0" cy="0"/>
        </a:xfrm>
      </p:grpSpPr>
      <p:pic>
        <p:nvPicPr>
          <p:cNvPr id="369" name="Google Shape;369;p46"/>
          <p:cNvPicPr preferRelativeResize="0"/>
          <p:nvPr>
            <p:ph idx="2" type="pic"/>
          </p:nvPr>
        </p:nvPicPr>
        <p:blipFill/>
        <p:spPr>
          <a:xfrm>
            <a:off x="0" y="0"/>
            <a:ext cx="3771900" cy="6858000"/>
          </a:xfrm>
          <a:prstGeom prst="rect">
            <a:avLst/>
          </a:prstGeom>
          <a:blipFill rotWithShape="1">
            <a:blip r:embed="rId2">
              <a:alphaModFix amt="70000"/>
            </a:blip>
            <a:stretch>
              <a:fillRect b="0" l="0" r="0" t="0"/>
            </a:stretch>
          </a:blipFill>
          <a:ln>
            <a:noFill/>
          </a:ln>
        </p:spPr>
      </p:pic>
      <p:sp>
        <p:nvSpPr>
          <p:cNvPr id="370" name="Google Shape;370;p46"/>
          <p:cNvSpPr txBox="1"/>
          <p:nvPr>
            <p:ph type="title"/>
          </p:nvPr>
        </p:nvSpPr>
        <p:spPr>
          <a:xfrm>
            <a:off x="3124200" y="0"/>
            <a:ext cx="7391400" cy="1207008"/>
          </a:xfrm>
          <a:prstGeom prst="rect">
            <a:avLst/>
          </a:prstGeom>
          <a:solidFill>
            <a:schemeClr val="lt1"/>
          </a:solidFill>
          <a:ln>
            <a:noFill/>
          </a:ln>
        </p:spPr>
        <p:txBody>
          <a:bodyPr anchorCtr="0" anchor="b" bIns="91425"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46"/>
          <p:cNvSpPr txBox="1"/>
          <p:nvPr>
            <p:ph idx="1" type="body"/>
          </p:nvPr>
        </p:nvSpPr>
        <p:spPr>
          <a:xfrm>
            <a:off x="4358608" y="1367622"/>
            <a:ext cx="7171976" cy="44775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72" name="Google Shape;372;p46"/>
          <p:cNvCxnSpPr/>
          <p:nvPr/>
        </p:nvCxnSpPr>
        <p:spPr>
          <a:xfrm flipH="1" rot="10800000">
            <a:off x="4495800" y="6210300"/>
            <a:ext cx="7010400" cy="2130"/>
          </a:xfrm>
          <a:prstGeom prst="straightConnector1">
            <a:avLst/>
          </a:prstGeom>
          <a:noFill/>
          <a:ln cap="flat" cmpd="sng" w="12700">
            <a:solidFill>
              <a:schemeClr val="dk2">
                <a:alpha val="50196"/>
              </a:schemeClr>
            </a:solidFill>
            <a:prstDash val="solid"/>
            <a:miter lim="800000"/>
            <a:headEnd len="sm" w="sm" type="none"/>
            <a:tailEnd len="sm" w="sm" type="none"/>
          </a:ln>
        </p:spPr>
      </p:cxnSp>
      <p:sp>
        <p:nvSpPr>
          <p:cNvPr id="373" name="Google Shape;373;p46"/>
          <p:cNvSpPr txBox="1"/>
          <p:nvPr>
            <p:ph idx="11" type="ftr"/>
          </p:nvPr>
        </p:nvSpPr>
        <p:spPr>
          <a:xfrm>
            <a:off x="4358608" y="6029868"/>
            <a:ext cx="2024542"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4" name="Google Shape;374;p46"/>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46"/>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8" showMasterSp="0">
  <p:cSld name="Contenido con imagen 8">
    <p:spTree>
      <p:nvGrpSpPr>
        <p:cNvPr id="376" name="Shape 376"/>
        <p:cNvGrpSpPr/>
        <p:nvPr/>
      </p:nvGrpSpPr>
      <p:grpSpPr>
        <a:xfrm>
          <a:off x="0" y="0"/>
          <a:ext cx="0" cy="0"/>
          <a:chOff x="0" y="0"/>
          <a:chExt cx="0" cy="0"/>
        </a:xfrm>
      </p:grpSpPr>
      <p:pic>
        <p:nvPicPr>
          <p:cNvPr id="377" name="Google Shape;377;p47"/>
          <p:cNvPicPr preferRelativeResize="0"/>
          <p:nvPr>
            <p:ph idx="2" type="pic"/>
          </p:nvPr>
        </p:nvPicPr>
        <p:blipFill/>
        <p:spPr>
          <a:xfrm>
            <a:off x="0" y="0"/>
            <a:ext cx="7848600" cy="6858000"/>
          </a:xfrm>
          <a:prstGeom prst="rect">
            <a:avLst/>
          </a:prstGeom>
          <a:blipFill rotWithShape="1">
            <a:blip r:embed="rId2">
              <a:alphaModFix amt="70000"/>
            </a:blip>
            <a:stretch>
              <a:fillRect b="0" l="0" r="0" t="0"/>
            </a:stretch>
          </a:blipFill>
          <a:ln>
            <a:noFill/>
          </a:ln>
        </p:spPr>
      </p:pic>
      <p:sp>
        <p:nvSpPr>
          <p:cNvPr id="378" name="Google Shape;378;p47"/>
          <p:cNvSpPr txBox="1"/>
          <p:nvPr>
            <p:ph type="title"/>
          </p:nvPr>
        </p:nvSpPr>
        <p:spPr>
          <a:xfrm>
            <a:off x="7450456" y="0"/>
            <a:ext cx="4142830" cy="1978681"/>
          </a:xfrm>
          <a:prstGeom prst="rect">
            <a:avLst/>
          </a:prstGeom>
          <a:solidFill>
            <a:schemeClr val="lt1"/>
          </a:solidFill>
          <a:ln>
            <a:noFill/>
          </a:ln>
        </p:spPr>
        <p:txBody>
          <a:bodyPr anchorCtr="0" anchor="b" bIns="137150" lIns="137150"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47"/>
          <p:cNvSpPr txBox="1"/>
          <p:nvPr>
            <p:ph idx="1" type="body"/>
          </p:nvPr>
        </p:nvSpPr>
        <p:spPr>
          <a:xfrm>
            <a:off x="8442196" y="2112973"/>
            <a:ext cx="3151090" cy="367822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47"/>
          <p:cNvSpPr txBox="1"/>
          <p:nvPr>
            <p:ph idx="11" type="ftr"/>
          </p:nvPr>
        </p:nvSpPr>
        <p:spPr>
          <a:xfrm>
            <a:off x="8439912" y="6029868"/>
            <a:ext cx="191109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47"/>
          <p:cNvSpPr txBox="1"/>
          <p:nvPr>
            <p:ph idx="10" type="dt"/>
          </p:nvPr>
        </p:nvSpPr>
        <p:spPr>
          <a:xfrm>
            <a:off x="10351008" y="6029868"/>
            <a:ext cx="89007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2" name="Google Shape;382;p47"/>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9" showMasterSp="0">
  <p:cSld name="Contenido con imagen 9">
    <p:spTree>
      <p:nvGrpSpPr>
        <p:cNvPr id="383" name="Shape 383"/>
        <p:cNvGrpSpPr/>
        <p:nvPr/>
      </p:nvGrpSpPr>
      <p:grpSpPr>
        <a:xfrm>
          <a:off x="0" y="0"/>
          <a:ext cx="0" cy="0"/>
          <a:chOff x="0" y="0"/>
          <a:chExt cx="0" cy="0"/>
        </a:xfrm>
      </p:grpSpPr>
      <p:pic>
        <p:nvPicPr>
          <p:cNvPr id="384" name="Google Shape;384;p48"/>
          <p:cNvPicPr preferRelativeResize="0"/>
          <p:nvPr>
            <p:ph idx="2" type="pic"/>
          </p:nvPr>
        </p:nvPicPr>
        <p:blipFill/>
        <p:spPr>
          <a:xfrm>
            <a:off x="0" y="1"/>
            <a:ext cx="12192000" cy="6858000"/>
          </a:xfrm>
          <a:prstGeom prst="rect">
            <a:avLst/>
          </a:prstGeom>
          <a:blipFill rotWithShape="1">
            <a:blip r:embed="rId2">
              <a:alphaModFix amt="70000"/>
            </a:blip>
            <a:stretch>
              <a:fillRect b="0" l="0" r="0" t="0"/>
            </a:stretch>
          </a:blipFill>
          <a:ln>
            <a:noFill/>
          </a:ln>
        </p:spPr>
      </p:pic>
      <p:sp>
        <p:nvSpPr>
          <p:cNvPr id="385" name="Google Shape;385;p48"/>
          <p:cNvSpPr txBox="1"/>
          <p:nvPr>
            <p:ph type="title"/>
          </p:nvPr>
        </p:nvSpPr>
        <p:spPr>
          <a:xfrm>
            <a:off x="603504" y="1001376"/>
            <a:ext cx="3601122" cy="1362458"/>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8"/>
          <p:cNvSpPr txBox="1"/>
          <p:nvPr>
            <p:ph idx="1" type="body"/>
          </p:nvPr>
        </p:nvSpPr>
        <p:spPr>
          <a:xfrm>
            <a:off x="603504" y="2496848"/>
            <a:ext cx="3601122" cy="2303752"/>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7" name="Google Shape;387;p48"/>
          <p:cNvSpPr txBox="1"/>
          <p:nvPr>
            <p:ph idx="11" type="ftr"/>
          </p:nvPr>
        </p:nvSpPr>
        <p:spPr>
          <a:xfrm>
            <a:off x="603504" y="503237"/>
            <a:ext cx="19077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8" name="Google Shape;388;p48"/>
          <p:cNvSpPr txBox="1"/>
          <p:nvPr>
            <p:ph idx="10" type="dt"/>
          </p:nvPr>
        </p:nvSpPr>
        <p:spPr>
          <a:xfrm>
            <a:off x="603504" y="4800600"/>
            <a:ext cx="12567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48"/>
          <p:cNvSpPr txBox="1"/>
          <p:nvPr>
            <p:ph idx="12" type="sldNum"/>
          </p:nvPr>
        </p:nvSpPr>
        <p:spPr>
          <a:xfrm>
            <a:off x="3947641" y="4800600"/>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0" showMasterSp="0">
  <p:cSld name="Contenido con imagen 10">
    <p:spTree>
      <p:nvGrpSpPr>
        <p:cNvPr id="390" name="Shape 390"/>
        <p:cNvGrpSpPr/>
        <p:nvPr/>
      </p:nvGrpSpPr>
      <p:grpSpPr>
        <a:xfrm>
          <a:off x="0" y="0"/>
          <a:ext cx="0" cy="0"/>
          <a:chOff x="0" y="0"/>
          <a:chExt cx="0" cy="0"/>
        </a:xfrm>
      </p:grpSpPr>
      <p:pic>
        <p:nvPicPr>
          <p:cNvPr id="391" name="Google Shape;391;p49"/>
          <p:cNvPicPr preferRelativeResize="0"/>
          <p:nvPr>
            <p:ph idx="2" type="pic"/>
          </p:nvPr>
        </p:nvPicPr>
        <p:blipFill/>
        <p:spPr>
          <a:xfrm>
            <a:off x="0" y="0"/>
            <a:ext cx="12192000" cy="6858000"/>
          </a:xfrm>
          <a:prstGeom prst="rect">
            <a:avLst/>
          </a:prstGeom>
          <a:blipFill rotWithShape="1">
            <a:blip r:embed="rId2">
              <a:alphaModFix amt="70000"/>
            </a:blip>
            <a:stretch>
              <a:fillRect b="0" l="0" r="0" t="0"/>
            </a:stretch>
          </a:blipFill>
          <a:ln>
            <a:noFill/>
          </a:ln>
        </p:spPr>
      </p:pic>
      <p:sp>
        <p:nvSpPr>
          <p:cNvPr id="392" name="Google Shape;392;p49"/>
          <p:cNvSpPr txBox="1"/>
          <p:nvPr>
            <p:ph type="title"/>
          </p:nvPr>
        </p:nvSpPr>
        <p:spPr>
          <a:xfrm>
            <a:off x="7280996" y="868363"/>
            <a:ext cx="4301403" cy="105815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49"/>
          <p:cNvSpPr txBox="1"/>
          <p:nvPr>
            <p:ph idx="1" type="body"/>
          </p:nvPr>
        </p:nvSpPr>
        <p:spPr>
          <a:xfrm>
            <a:off x="7280997" y="2059527"/>
            <a:ext cx="4301403" cy="2620794"/>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49"/>
          <p:cNvSpPr txBox="1"/>
          <p:nvPr>
            <p:ph idx="11" type="ftr"/>
          </p:nvPr>
        </p:nvSpPr>
        <p:spPr>
          <a:xfrm>
            <a:off x="7280998" y="503237"/>
            <a:ext cx="19077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5" name="Google Shape;395;p49"/>
          <p:cNvSpPr txBox="1"/>
          <p:nvPr>
            <p:ph idx="10" type="dt"/>
          </p:nvPr>
        </p:nvSpPr>
        <p:spPr>
          <a:xfrm>
            <a:off x="7280997" y="4680321"/>
            <a:ext cx="12567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49"/>
          <p:cNvSpPr txBox="1"/>
          <p:nvPr>
            <p:ph idx="12" type="sldNum"/>
          </p:nvPr>
        </p:nvSpPr>
        <p:spPr>
          <a:xfrm>
            <a:off x="11229712" y="4680321"/>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1" showMasterSp="0">
  <p:cSld name="Contenido con imagen 11">
    <p:spTree>
      <p:nvGrpSpPr>
        <p:cNvPr id="397" name="Shape 397"/>
        <p:cNvGrpSpPr/>
        <p:nvPr/>
      </p:nvGrpSpPr>
      <p:grpSpPr>
        <a:xfrm>
          <a:off x="0" y="0"/>
          <a:ext cx="0" cy="0"/>
          <a:chOff x="0" y="0"/>
          <a:chExt cx="0" cy="0"/>
        </a:xfrm>
      </p:grpSpPr>
      <p:pic>
        <p:nvPicPr>
          <p:cNvPr id="398" name="Google Shape;398;p50"/>
          <p:cNvPicPr preferRelativeResize="0"/>
          <p:nvPr>
            <p:ph idx="2" type="pic"/>
          </p:nvPr>
        </p:nvPicPr>
        <p:blipFill/>
        <p:spPr>
          <a:xfrm>
            <a:off x="0" y="0"/>
            <a:ext cx="12192000" cy="6858000"/>
          </a:xfrm>
          <a:prstGeom prst="rect">
            <a:avLst/>
          </a:prstGeom>
          <a:blipFill rotWithShape="1">
            <a:blip r:embed="rId2">
              <a:alphaModFix amt="70000"/>
            </a:blip>
            <a:stretch>
              <a:fillRect b="0" l="0" r="0" t="0"/>
            </a:stretch>
          </a:blipFill>
          <a:ln>
            <a:noFill/>
          </a:ln>
        </p:spPr>
      </p:pic>
      <p:sp>
        <p:nvSpPr>
          <p:cNvPr id="399" name="Google Shape;399;p50"/>
          <p:cNvSpPr txBox="1"/>
          <p:nvPr>
            <p:ph type="title"/>
          </p:nvPr>
        </p:nvSpPr>
        <p:spPr>
          <a:xfrm>
            <a:off x="7280997" y="2201863"/>
            <a:ext cx="4225204" cy="105815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50"/>
          <p:cNvSpPr txBox="1"/>
          <p:nvPr>
            <p:ph idx="1" type="body"/>
          </p:nvPr>
        </p:nvSpPr>
        <p:spPr>
          <a:xfrm>
            <a:off x="7280997" y="3393027"/>
            <a:ext cx="4225203" cy="2474373"/>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50"/>
          <p:cNvSpPr txBox="1"/>
          <p:nvPr>
            <p:ph idx="11" type="ftr"/>
          </p:nvPr>
        </p:nvSpPr>
        <p:spPr>
          <a:xfrm>
            <a:off x="7280998" y="1836737"/>
            <a:ext cx="19077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2" name="Google Shape;402;p50"/>
          <p:cNvSpPr txBox="1"/>
          <p:nvPr>
            <p:ph idx="10" type="dt"/>
          </p:nvPr>
        </p:nvSpPr>
        <p:spPr>
          <a:xfrm>
            <a:off x="7280997" y="6013821"/>
            <a:ext cx="12567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3" name="Google Shape;403;p50"/>
          <p:cNvSpPr txBox="1"/>
          <p:nvPr>
            <p:ph idx="12" type="sldNum"/>
          </p:nvPr>
        </p:nvSpPr>
        <p:spPr>
          <a:xfrm>
            <a:off x="11229712" y="6013821"/>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2" showMasterSp="0">
  <p:cSld name="Contenido con imagen 12">
    <p:spTree>
      <p:nvGrpSpPr>
        <p:cNvPr id="404" name="Shape 404"/>
        <p:cNvGrpSpPr/>
        <p:nvPr/>
      </p:nvGrpSpPr>
      <p:grpSpPr>
        <a:xfrm>
          <a:off x="0" y="0"/>
          <a:ext cx="0" cy="0"/>
          <a:chOff x="0" y="0"/>
          <a:chExt cx="0" cy="0"/>
        </a:xfrm>
      </p:grpSpPr>
      <p:sp>
        <p:nvSpPr>
          <p:cNvPr id="405" name="Google Shape;405;p51"/>
          <p:cNvSpPr txBox="1"/>
          <p:nvPr>
            <p:ph type="title"/>
          </p:nvPr>
        </p:nvSpPr>
        <p:spPr>
          <a:xfrm>
            <a:off x="603504" y="4673955"/>
            <a:ext cx="3154680" cy="1287913"/>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06" name="Google Shape;406;p51"/>
          <p:cNvPicPr preferRelativeResize="0"/>
          <p:nvPr>
            <p:ph idx="2" type="pic"/>
          </p:nvPr>
        </p:nvPicPr>
        <p:blipFill/>
        <p:spPr>
          <a:xfrm>
            <a:off x="0" y="0"/>
            <a:ext cx="12191999" cy="4114800"/>
          </a:xfrm>
          <a:prstGeom prst="rect">
            <a:avLst/>
          </a:prstGeom>
          <a:blipFill rotWithShape="1">
            <a:blip r:embed="rId2">
              <a:alphaModFix amt="70000"/>
            </a:blip>
            <a:stretch>
              <a:fillRect b="0" l="0" r="0" t="0"/>
            </a:stretch>
          </a:blipFill>
          <a:ln>
            <a:noFill/>
          </a:ln>
        </p:spPr>
      </p:pic>
      <p:sp>
        <p:nvSpPr>
          <p:cNvPr id="407" name="Google Shape;407;p51"/>
          <p:cNvSpPr txBox="1"/>
          <p:nvPr>
            <p:ph idx="1" type="body"/>
          </p:nvPr>
        </p:nvSpPr>
        <p:spPr>
          <a:xfrm>
            <a:off x="4114800" y="4647060"/>
            <a:ext cx="7552114" cy="1382807"/>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8" name="Google Shape;408;p51"/>
          <p:cNvSpPr txBox="1"/>
          <p:nvPr>
            <p:ph idx="11" type="ftr"/>
          </p:nvPr>
        </p:nvSpPr>
        <p:spPr>
          <a:xfrm>
            <a:off x="605430" y="6029868"/>
            <a:ext cx="191109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51"/>
          <p:cNvSpPr txBox="1"/>
          <p:nvPr>
            <p:ph idx="10" type="dt"/>
          </p:nvPr>
        </p:nvSpPr>
        <p:spPr>
          <a:xfrm>
            <a:off x="10058400" y="6029868"/>
            <a:ext cx="11795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0" name="Google Shape;410;p51"/>
          <p:cNvSpPr txBox="1"/>
          <p:nvPr>
            <p:ph idx="12" type="sldNum"/>
          </p:nvPr>
        </p:nvSpPr>
        <p:spPr>
          <a:xfrm>
            <a:off x="11237542"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3">
  <p:cSld name="Contenido con imagen 13">
    <p:spTree>
      <p:nvGrpSpPr>
        <p:cNvPr id="411" name="Shape 411"/>
        <p:cNvGrpSpPr/>
        <p:nvPr/>
      </p:nvGrpSpPr>
      <p:grpSpPr>
        <a:xfrm>
          <a:off x="0" y="0"/>
          <a:ext cx="0" cy="0"/>
          <a:chOff x="0" y="0"/>
          <a:chExt cx="0" cy="0"/>
        </a:xfrm>
      </p:grpSpPr>
      <p:sp>
        <p:nvSpPr>
          <p:cNvPr id="412" name="Google Shape;412;p52"/>
          <p:cNvSpPr txBox="1"/>
          <p:nvPr>
            <p:ph type="title"/>
          </p:nvPr>
        </p:nvSpPr>
        <p:spPr>
          <a:xfrm>
            <a:off x="603504" y="3429000"/>
            <a:ext cx="3081528" cy="24384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13" name="Google Shape;413;p52"/>
          <p:cNvPicPr preferRelativeResize="0"/>
          <p:nvPr>
            <p:ph idx="2" type="pic"/>
          </p:nvPr>
        </p:nvPicPr>
        <p:blipFill/>
        <p:spPr>
          <a:xfrm>
            <a:off x="0" y="0"/>
            <a:ext cx="12191999" cy="2895600"/>
          </a:xfrm>
          <a:prstGeom prst="rect">
            <a:avLst/>
          </a:prstGeom>
          <a:blipFill rotWithShape="1">
            <a:blip r:embed="rId2">
              <a:alphaModFix amt="70000"/>
            </a:blip>
            <a:stretch>
              <a:fillRect b="0" l="0" r="0" t="0"/>
            </a:stretch>
          </a:blipFill>
          <a:ln>
            <a:noFill/>
          </a:ln>
        </p:spPr>
      </p:pic>
      <p:sp>
        <p:nvSpPr>
          <p:cNvPr id="414" name="Google Shape;414;p52"/>
          <p:cNvSpPr txBox="1"/>
          <p:nvPr>
            <p:ph idx="1" type="body"/>
          </p:nvPr>
        </p:nvSpPr>
        <p:spPr>
          <a:xfrm>
            <a:off x="4114799" y="3429000"/>
            <a:ext cx="7391401" cy="2438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5" name="Google Shape;415;p52"/>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52"/>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52"/>
          <p:cNvSpPr txBox="1"/>
          <p:nvPr>
            <p:ph idx="12" type="sldNum"/>
          </p:nvPr>
        </p:nvSpPr>
        <p:spPr>
          <a:xfrm>
            <a:off x="11241368"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4" showMasterSp="0">
  <p:cSld name="Contenido con imagen 14">
    <p:spTree>
      <p:nvGrpSpPr>
        <p:cNvPr id="418" name="Shape 418"/>
        <p:cNvGrpSpPr/>
        <p:nvPr/>
      </p:nvGrpSpPr>
      <p:grpSpPr>
        <a:xfrm>
          <a:off x="0" y="0"/>
          <a:ext cx="0" cy="0"/>
          <a:chOff x="0" y="0"/>
          <a:chExt cx="0" cy="0"/>
        </a:xfrm>
      </p:grpSpPr>
      <p:sp>
        <p:nvSpPr>
          <p:cNvPr id="419" name="Google Shape;419;p53"/>
          <p:cNvSpPr txBox="1"/>
          <p:nvPr>
            <p:ph type="title"/>
          </p:nvPr>
        </p:nvSpPr>
        <p:spPr>
          <a:xfrm>
            <a:off x="603504" y="641214"/>
            <a:ext cx="3072384" cy="2775858"/>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53"/>
          <p:cNvSpPr txBox="1"/>
          <p:nvPr>
            <p:ph idx="1" type="body"/>
          </p:nvPr>
        </p:nvSpPr>
        <p:spPr>
          <a:xfrm>
            <a:off x="4114799" y="618269"/>
            <a:ext cx="7471769" cy="281073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1" name="Google Shape;421;p53"/>
          <p:cNvSpPr txBox="1"/>
          <p:nvPr>
            <p:ph idx="11" type="ftr"/>
          </p:nvPr>
        </p:nvSpPr>
        <p:spPr>
          <a:xfrm>
            <a:off x="605431" y="3551884"/>
            <a:ext cx="19077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2" name="Google Shape;422;p53"/>
          <p:cNvSpPr txBox="1"/>
          <p:nvPr>
            <p:ph idx="10" type="dt"/>
          </p:nvPr>
        </p:nvSpPr>
        <p:spPr>
          <a:xfrm>
            <a:off x="10058400" y="3551884"/>
            <a:ext cx="11795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53"/>
          <p:cNvSpPr txBox="1"/>
          <p:nvPr>
            <p:ph idx="12" type="sldNum"/>
          </p:nvPr>
        </p:nvSpPr>
        <p:spPr>
          <a:xfrm>
            <a:off x="11241368" y="3551884"/>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24" name="Google Shape;424;p53"/>
          <p:cNvPicPr preferRelativeResize="0"/>
          <p:nvPr>
            <p:ph idx="2" type="pic"/>
          </p:nvPr>
        </p:nvPicPr>
        <p:blipFill/>
        <p:spPr>
          <a:xfrm>
            <a:off x="0" y="4114800"/>
            <a:ext cx="12191999" cy="2743200"/>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5">
  <p:cSld name="Contenido con imagen 15">
    <p:spTree>
      <p:nvGrpSpPr>
        <p:cNvPr id="425" name="Shape 425"/>
        <p:cNvGrpSpPr/>
        <p:nvPr/>
      </p:nvGrpSpPr>
      <p:grpSpPr>
        <a:xfrm>
          <a:off x="0" y="0"/>
          <a:ext cx="0" cy="0"/>
          <a:chOff x="0" y="0"/>
          <a:chExt cx="0" cy="0"/>
        </a:xfrm>
      </p:grpSpPr>
      <p:pic>
        <p:nvPicPr>
          <p:cNvPr id="426" name="Google Shape;426;p54"/>
          <p:cNvPicPr preferRelativeResize="0"/>
          <p:nvPr>
            <p:ph idx="2" type="pic"/>
          </p:nvPr>
        </p:nvPicPr>
        <p:blipFill/>
        <p:spPr>
          <a:xfrm>
            <a:off x="685800" y="1371599"/>
            <a:ext cx="6705602" cy="4191001"/>
          </a:xfrm>
          <a:prstGeom prst="rect">
            <a:avLst/>
          </a:prstGeom>
          <a:blipFill rotWithShape="1">
            <a:blip r:embed="rId2">
              <a:alphaModFix amt="70000"/>
            </a:blip>
            <a:stretch>
              <a:fillRect b="0" l="0" r="0" t="0"/>
            </a:stretch>
          </a:blipFill>
          <a:ln>
            <a:noFill/>
          </a:ln>
        </p:spPr>
      </p:pic>
      <p:sp>
        <p:nvSpPr>
          <p:cNvPr id="427" name="Google Shape;427;p54"/>
          <p:cNvSpPr txBox="1"/>
          <p:nvPr>
            <p:ph type="title"/>
          </p:nvPr>
        </p:nvSpPr>
        <p:spPr>
          <a:xfrm>
            <a:off x="603504" y="313943"/>
            <a:ext cx="4939201" cy="1281526"/>
          </a:xfrm>
          <a:prstGeom prst="rect">
            <a:avLst/>
          </a:prstGeom>
          <a:solidFill>
            <a:schemeClr val="lt1"/>
          </a:solidFill>
          <a:ln>
            <a:noFill/>
          </a:ln>
        </p:spPr>
        <p:txBody>
          <a:bodyPr anchorCtr="0" anchor="b" bIns="137150" lIns="91425" spcFirstLastPara="1" rIns="91425" wrap="square" tIns="91425">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8" name="Google Shape;428;p54"/>
          <p:cNvSpPr txBox="1"/>
          <p:nvPr>
            <p:ph idx="1" type="body"/>
          </p:nvPr>
        </p:nvSpPr>
        <p:spPr>
          <a:xfrm>
            <a:off x="7959144" y="1266426"/>
            <a:ext cx="3547056" cy="429617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54"/>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54"/>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1" name="Google Shape;431;p54"/>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6" showMasterSp="0">
  <p:cSld name="Contenido con imagen 16">
    <p:spTree>
      <p:nvGrpSpPr>
        <p:cNvPr id="432" name="Shape 432"/>
        <p:cNvGrpSpPr/>
        <p:nvPr/>
      </p:nvGrpSpPr>
      <p:grpSpPr>
        <a:xfrm>
          <a:off x="0" y="0"/>
          <a:ext cx="0" cy="0"/>
          <a:chOff x="0" y="0"/>
          <a:chExt cx="0" cy="0"/>
        </a:xfrm>
      </p:grpSpPr>
      <p:sp>
        <p:nvSpPr>
          <p:cNvPr id="433" name="Google Shape;433;p55"/>
          <p:cNvSpPr txBox="1"/>
          <p:nvPr>
            <p:ph type="title"/>
          </p:nvPr>
        </p:nvSpPr>
        <p:spPr>
          <a:xfrm>
            <a:off x="603505" y="337062"/>
            <a:ext cx="6787898" cy="845931"/>
          </a:xfrm>
          <a:prstGeom prst="rect">
            <a:avLst/>
          </a:prstGeom>
          <a:solidFill>
            <a:schemeClr val="lt1"/>
          </a:solid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55"/>
          <p:cNvSpPr txBox="1"/>
          <p:nvPr>
            <p:ph idx="11" type="ftr"/>
          </p:nvPr>
        </p:nvSpPr>
        <p:spPr>
          <a:xfrm>
            <a:off x="9705468" y="637706"/>
            <a:ext cx="1907799" cy="365125"/>
          </a:xfrm>
          <a:prstGeom prst="rect">
            <a:avLst/>
          </a:prstGeom>
          <a:solidFill>
            <a:schemeClr val="lt1"/>
          </a:solid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35" name="Google Shape;435;p55"/>
          <p:cNvPicPr preferRelativeResize="0"/>
          <p:nvPr>
            <p:ph idx="2" type="pic"/>
          </p:nvPr>
        </p:nvPicPr>
        <p:blipFill/>
        <p:spPr>
          <a:xfrm>
            <a:off x="0" y="1371600"/>
            <a:ext cx="7391402" cy="5486400"/>
          </a:xfrm>
          <a:prstGeom prst="rect">
            <a:avLst/>
          </a:prstGeom>
          <a:blipFill rotWithShape="1">
            <a:blip r:embed="rId2">
              <a:alphaModFix amt="70000"/>
            </a:blip>
            <a:stretch>
              <a:fillRect b="0" l="0" r="0" t="0"/>
            </a:stretch>
          </a:blipFill>
          <a:ln>
            <a:noFill/>
          </a:ln>
        </p:spPr>
      </p:pic>
      <p:sp>
        <p:nvSpPr>
          <p:cNvPr id="436" name="Google Shape;436;p55"/>
          <p:cNvSpPr txBox="1"/>
          <p:nvPr>
            <p:ph idx="1" type="body"/>
          </p:nvPr>
        </p:nvSpPr>
        <p:spPr>
          <a:xfrm>
            <a:off x="7966163" y="1266737"/>
            <a:ext cx="2894795" cy="476313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7" name="Google Shape;437;p55"/>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8" name="Google Shape;438;p55"/>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39" name="Google Shape;439;p55"/>
          <p:cNvCxnSpPr/>
          <p:nvPr/>
        </p:nvCxnSpPr>
        <p:spPr>
          <a:xfrm>
            <a:off x="11502704" y="1028700"/>
            <a:ext cx="0" cy="4800600"/>
          </a:xfrm>
          <a:prstGeom prst="straightConnector1">
            <a:avLst/>
          </a:prstGeom>
          <a:noFill/>
          <a:ln cap="flat" cmpd="sng" w="12700">
            <a:solidFill>
              <a:schemeClr val="dk2">
                <a:alpha val="50196"/>
              </a:schemeClr>
            </a:solidFill>
            <a:prstDash val="solid"/>
            <a:miter lim="800000"/>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7" showMasterSp="0">
  <p:cSld name="Contenido con imagen 17">
    <p:spTree>
      <p:nvGrpSpPr>
        <p:cNvPr id="440" name="Shape 440"/>
        <p:cNvGrpSpPr/>
        <p:nvPr/>
      </p:nvGrpSpPr>
      <p:grpSpPr>
        <a:xfrm>
          <a:off x="0" y="0"/>
          <a:ext cx="0" cy="0"/>
          <a:chOff x="0" y="0"/>
          <a:chExt cx="0" cy="0"/>
        </a:xfrm>
      </p:grpSpPr>
      <p:cxnSp>
        <p:nvCxnSpPr>
          <p:cNvPr id="441" name="Google Shape;441;p56"/>
          <p:cNvCxnSpPr/>
          <p:nvPr/>
        </p:nvCxnSpPr>
        <p:spPr>
          <a:xfrm>
            <a:off x="11506200" y="637890"/>
            <a:ext cx="0" cy="5572410"/>
          </a:xfrm>
          <a:prstGeom prst="straightConnector1">
            <a:avLst/>
          </a:prstGeom>
          <a:noFill/>
          <a:ln cap="flat" cmpd="sng" w="12700">
            <a:solidFill>
              <a:schemeClr val="dk2">
                <a:alpha val="50196"/>
              </a:schemeClr>
            </a:solidFill>
            <a:prstDash val="solid"/>
            <a:miter lim="800000"/>
            <a:headEnd len="sm" w="sm" type="none"/>
            <a:tailEnd len="sm" w="sm" type="none"/>
          </a:ln>
        </p:spPr>
      </p:cxnSp>
      <p:pic>
        <p:nvPicPr>
          <p:cNvPr id="442" name="Google Shape;442;p56"/>
          <p:cNvPicPr preferRelativeResize="0"/>
          <p:nvPr>
            <p:ph idx="2" type="pic"/>
          </p:nvPr>
        </p:nvPicPr>
        <p:blipFill/>
        <p:spPr>
          <a:xfrm>
            <a:off x="0" y="0"/>
            <a:ext cx="4114801" cy="4114801"/>
          </a:xfrm>
          <a:prstGeom prst="rect">
            <a:avLst/>
          </a:prstGeom>
          <a:blipFill rotWithShape="1">
            <a:blip r:embed="rId2">
              <a:alphaModFix amt="70000"/>
            </a:blip>
            <a:stretch>
              <a:fillRect b="0" l="0" r="0" t="0"/>
            </a:stretch>
          </a:blipFill>
          <a:ln>
            <a:noFill/>
          </a:ln>
        </p:spPr>
      </p:pic>
      <p:sp>
        <p:nvSpPr>
          <p:cNvPr id="443" name="Google Shape;443;p56"/>
          <p:cNvSpPr txBox="1"/>
          <p:nvPr>
            <p:ph type="title"/>
          </p:nvPr>
        </p:nvSpPr>
        <p:spPr>
          <a:xfrm>
            <a:off x="1002086" y="3666528"/>
            <a:ext cx="3282166" cy="1896071"/>
          </a:xfrm>
          <a:prstGeom prst="rect">
            <a:avLst/>
          </a:prstGeom>
          <a:solidFill>
            <a:schemeClr val="lt1"/>
          </a:solidFill>
          <a:ln>
            <a:noFill/>
          </a:ln>
        </p:spPr>
        <p:txBody>
          <a:bodyPr anchorCtr="0" anchor="t" bIns="137150"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56"/>
          <p:cNvSpPr txBox="1"/>
          <p:nvPr>
            <p:ph idx="1" type="body"/>
          </p:nvPr>
        </p:nvSpPr>
        <p:spPr>
          <a:xfrm>
            <a:off x="4680337" y="1136232"/>
            <a:ext cx="5777888" cy="476121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56"/>
          <p:cNvSpPr txBox="1"/>
          <p:nvPr>
            <p:ph idx="11" type="ftr"/>
          </p:nvPr>
        </p:nvSpPr>
        <p:spPr>
          <a:xfrm>
            <a:off x="9701783" y="640080"/>
            <a:ext cx="1911096" cy="410486"/>
          </a:xfrm>
          <a:prstGeom prst="rect">
            <a:avLst/>
          </a:prstGeom>
          <a:solidFill>
            <a:schemeClr val="lt1"/>
          </a:solid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6" name="Google Shape;446;p56"/>
          <p:cNvSpPr txBox="1"/>
          <p:nvPr>
            <p:ph idx="10" type="dt"/>
          </p:nvPr>
        </p:nvSpPr>
        <p:spPr>
          <a:xfrm rot="5400000">
            <a:off x="10874790" y="5197321"/>
            <a:ext cx="1289031" cy="365120"/>
          </a:xfrm>
          <a:prstGeom prst="rect">
            <a:avLst/>
          </a:prstGeom>
          <a:solidFill>
            <a:schemeClr val="lt1"/>
          </a:solidFill>
          <a:ln>
            <a:noFill/>
          </a:ln>
        </p:spPr>
        <p:txBody>
          <a:bodyPr anchorCtr="0" anchor="ctr" bIns="45700" lIns="91425" spcFirstLastPara="1" rIns="18287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56"/>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8">
  <p:cSld name="Contenido con imagen 18">
    <p:spTree>
      <p:nvGrpSpPr>
        <p:cNvPr id="448" name="Shape 448"/>
        <p:cNvGrpSpPr/>
        <p:nvPr/>
      </p:nvGrpSpPr>
      <p:grpSpPr>
        <a:xfrm>
          <a:off x="0" y="0"/>
          <a:ext cx="0" cy="0"/>
          <a:chOff x="0" y="0"/>
          <a:chExt cx="0" cy="0"/>
        </a:xfrm>
      </p:grpSpPr>
      <p:pic>
        <p:nvPicPr>
          <p:cNvPr id="449" name="Google Shape;449;p57"/>
          <p:cNvPicPr preferRelativeResize="0"/>
          <p:nvPr>
            <p:ph idx="2" type="pic"/>
          </p:nvPr>
        </p:nvPicPr>
        <p:blipFill/>
        <p:spPr>
          <a:xfrm>
            <a:off x="0" y="1"/>
            <a:ext cx="4800600" cy="4822372"/>
          </a:xfrm>
          <a:prstGeom prst="rect">
            <a:avLst/>
          </a:prstGeom>
          <a:blipFill rotWithShape="1">
            <a:blip r:embed="rId2">
              <a:alphaModFix amt="70000"/>
            </a:blip>
            <a:stretch>
              <a:fillRect b="0" l="0" r="0" t="0"/>
            </a:stretch>
          </a:blipFill>
          <a:ln>
            <a:noFill/>
          </a:ln>
        </p:spPr>
      </p:pic>
      <p:sp>
        <p:nvSpPr>
          <p:cNvPr id="450" name="Google Shape;450;p57"/>
          <p:cNvSpPr txBox="1"/>
          <p:nvPr>
            <p:ph type="title"/>
          </p:nvPr>
        </p:nvSpPr>
        <p:spPr>
          <a:xfrm>
            <a:off x="1002085" y="4374100"/>
            <a:ext cx="3897905" cy="1380814"/>
          </a:xfrm>
          <a:prstGeom prst="rect">
            <a:avLst/>
          </a:prstGeom>
          <a:solidFill>
            <a:schemeClr val="lt1"/>
          </a:solidFill>
          <a:ln>
            <a:noFill/>
          </a:ln>
        </p:spPr>
        <p:txBody>
          <a:bodyPr anchorCtr="0" anchor="t" bIns="137150"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1" name="Google Shape;451;p57"/>
          <p:cNvSpPr txBox="1"/>
          <p:nvPr>
            <p:ph idx="1" type="body"/>
          </p:nvPr>
        </p:nvSpPr>
        <p:spPr>
          <a:xfrm>
            <a:off x="5389516" y="685800"/>
            <a:ext cx="5430884" cy="520498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2" name="Google Shape;452;p57"/>
          <p:cNvSpPr txBox="1"/>
          <p:nvPr>
            <p:ph idx="11" type="ftr"/>
          </p:nvPr>
        </p:nvSpPr>
        <p:spPr>
          <a:xfrm>
            <a:off x="602974" y="6029867"/>
            <a:ext cx="1911096" cy="365126"/>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3" name="Google Shape;453;p57"/>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4" name="Google Shape;454;p57"/>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9" showMasterSp="0">
  <p:cSld name="Contenido con imagen 19">
    <p:spTree>
      <p:nvGrpSpPr>
        <p:cNvPr id="455" name="Shape 455"/>
        <p:cNvGrpSpPr/>
        <p:nvPr/>
      </p:nvGrpSpPr>
      <p:grpSpPr>
        <a:xfrm>
          <a:off x="0" y="0"/>
          <a:ext cx="0" cy="0"/>
          <a:chOff x="0" y="0"/>
          <a:chExt cx="0" cy="0"/>
        </a:xfrm>
      </p:grpSpPr>
      <p:sp>
        <p:nvSpPr>
          <p:cNvPr id="456" name="Google Shape;456;p58"/>
          <p:cNvSpPr txBox="1"/>
          <p:nvPr>
            <p:ph type="title"/>
          </p:nvPr>
        </p:nvSpPr>
        <p:spPr>
          <a:xfrm>
            <a:off x="495138" y="551542"/>
            <a:ext cx="3737426" cy="1490472"/>
          </a:xfrm>
          <a:prstGeom prst="rect">
            <a:avLst/>
          </a:prstGeom>
          <a:solidFill>
            <a:schemeClr val="lt1"/>
          </a:solidFill>
          <a:ln>
            <a:noFill/>
          </a:ln>
        </p:spPr>
        <p:txBody>
          <a:bodyPr anchorCtr="0" anchor="t" bIns="137150"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57" name="Google Shape;457;p58"/>
          <p:cNvPicPr preferRelativeResize="0"/>
          <p:nvPr>
            <p:ph idx="2" type="pic"/>
          </p:nvPr>
        </p:nvPicPr>
        <p:blipFill/>
        <p:spPr>
          <a:xfrm>
            <a:off x="685800" y="2057400"/>
            <a:ext cx="3429000" cy="4152900"/>
          </a:xfrm>
          <a:prstGeom prst="rect">
            <a:avLst/>
          </a:prstGeom>
          <a:blipFill rotWithShape="1">
            <a:blip r:embed="rId2">
              <a:alphaModFix amt="70000"/>
            </a:blip>
            <a:stretch>
              <a:fillRect b="0" l="0" r="0" t="0"/>
            </a:stretch>
          </a:blipFill>
          <a:ln>
            <a:noFill/>
          </a:ln>
        </p:spPr>
      </p:pic>
      <p:sp>
        <p:nvSpPr>
          <p:cNvPr id="458" name="Google Shape;458;p58"/>
          <p:cNvSpPr txBox="1"/>
          <p:nvPr>
            <p:ph idx="1" type="body"/>
          </p:nvPr>
        </p:nvSpPr>
        <p:spPr>
          <a:xfrm>
            <a:off x="4681057" y="595083"/>
            <a:ext cx="6981749" cy="5303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59" name="Google Shape;459;p58"/>
          <p:cNvCxnSpPr/>
          <p:nvPr/>
        </p:nvCxnSpPr>
        <p:spPr>
          <a:xfrm>
            <a:off x="4800600" y="6210300"/>
            <a:ext cx="6705600" cy="0"/>
          </a:xfrm>
          <a:prstGeom prst="straightConnector1">
            <a:avLst/>
          </a:prstGeom>
          <a:noFill/>
          <a:ln cap="flat" cmpd="sng" w="12700">
            <a:solidFill>
              <a:schemeClr val="dk2">
                <a:alpha val="50196"/>
              </a:schemeClr>
            </a:solidFill>
            <a:prstDash val="solid"/>
            <a:miter lim="800000"/>
            <a:headEnd len="sm" w="sm" type="none"/>
            <a:tailEnd len="sm" w="sm" type="none"/>
          </a:ln>
        </p:spPr>
      </p:cxnSp>
      <p:sp>
        <p:nvSpPr>
          <p:cNvPr id="460" name="Google Shape;460;p58"/>
          <p:cNvSpPr txBox="1"/>
          <p:nvPr>
            <p:ph idx="11" type="ftr"/>
          </p:nvPr>
        </p:nvSpPr>
        <p:spPr>
          <a:xfrm>
            <a:off x="4681058" y="6029868"/>
            <a:ext cx="2024542"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1" name="Google Shape;461;p58"/>
          <p:cNvSpPr txBox="1"/>
          <p:nvPr>
            <p:ph idx="10" type="dt"/>
          </p:nvPr>
        </p:nvSpPr>
        <p:spPr>
          <a:xfrm>
            <a:off x="10058400" y="6029868"/>
            <a:ext cx="1175034"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58"/>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showMasterSp="0">
  <p:cSld name="Número grande">
    <p:spTree>
      <p:nvGrpSpPr>
        <p:cNvPr id="463" name="Shape 463"/>
        <p:cNvGrpSpPr/>
        <p:nvPr/>
      </p:nvGrpSpPr>
      <p:grpSpPr>
        <a:xfrm>
          <a:off x="0" y="0"/>
          <a:ext cx="0" cy="0"/>
          <a:chOff x="0" y="0"/>
          <a:chExt cx="0" cy="0"/>
        </a:xfrm>
      </p:grpSpPr>
      <p:sp>
        <p:nvSpPr>
          <p:cNvPr id="464" name="Google Shape;464;p5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65" name="Google Shape;465;p59"/>
          <p:cNvSpPr txBox="1"/>
          <p:nvPr>
            <p:ph type="title"/>
          </p:nvPr>
        </p:nvSpPr>
        <p:spPr>
          <a:xfrm>
            <a:off x="4800599" y="5149121"/>
            <a:ext cx="6861107" cy="842527"/>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accent1"/>
              </a:buClr>
              <a:buSzPts val="2800"/>
              <a:buFont typeface="Oswald SemiBold"/>
              <a:buNone/>
              <a:defRPr b="0" cap="none">
                <a:solidFill>
                  <a:schemeClr val="accent1"/>
                </a:solidFill>
                <a:latin typeface="Oswald SemiBold"/>
                <a:ea typeface="Oswald SemiBold"/>
                <a:cs typeface="Oswald SemiBold"/>
                <a:sym typeface="Oswald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6" name="Google Shape;466;p59"/>
          <p:cNvSpPr txBox="1"/>
          <p:nvPr>
            <p:ph idx="1" type="body"/>
          </p:nvPr>
        </p:nvSpPr>
        <p:spPr>
          <a:xfrm>
            <a:off x="434196" y="120765"/>
            <a:ext cx="10723000" cy="4260404"/>
          </a:xfrm>
          <a:prstGeom prst="rect">
            <a:avLst/>
          </a:prstGeom>
          <a:noFill/>
          <a:ln>
            <a:noFill/>
          </a:ln>
        </p:spPr>
        <p:txBody>
          <a:bodyPr anchorCtr="0" anchor="b" bIns="0" lIns="0" spcFirstLastPara="1" rIns="0" wrap="square" tIns="0">
            <a:normAutofit/>
          </a:bodyPr>
          <a:lstStyle>
            <a:lvl1pPr indent="-228600" lvl="0" marL="457200" algn="l">
              <a:lnSpc>
                <a:spcPct val="120000"/>
              </a:lnSpc>
              <a:spcBef>
                <a:spcPts val="1000"/>
              </a:spcBef>
              <a:spcAft>
                <a:spcPts val="0"/>
              </a:spcAft>
              <a:buClr>
                <a:schemeClr val="accent3"/>
              </a:buClr>
              <a:buSzPts val="28000"/>
              <a:buNone/>
              <a:defRPr sz="28000">
                <a:solidFill>
                  <a:schemeClr val="accent3"/>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59"/>
          <p:cNvSpPr txBox="1"/>
          <p:nvPr>
            <p:ph idx="11" type="ftr"/>
          </p:nvPr>
        </p:nvSpPr>
        <p:spPr>
          <a:xfrm>
            <a:off x="605431" y="6029867"/>
            <a:ext cx="21377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59"/>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9" name="Google Shape;469;p59"/>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70" name="Google Shape;470;p59"/>
          <p:cNvCxnSpPr/>
          <p:nvPr/>
        </p:nvCxnSpPr>
        <p:spPr>
          <a:xfrm>
            <a:off x="11503594" y="675861"/>
            <a:ext cx="0" cy="4184295"/>
          </a:xfrm>
          <a:prstGeom prst="straightConnector1">
            <a:avLst/>
          </a:prstGeom>
          <a:noFill/>
          <a:ln cap="flat" cmpd="sng" w="12700">
            <a:solidFill>
              <a:schemeClr val="dk2">
                <a:alpha val="74901"/>
              </a:schemeClr>
            </a:solidFill>
            <a:prstDash val="solid"/>
            <a:miter lim="800000"/>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2" showMasterSp="0">
  <p:cSld name="Número grande 2">
    <p:spTree>
      <p:nvGrpSpPr>
        <p:cNvPr id="471" name="Shape 471"/>
        <p:cNvGrpSpPr/>
        <p:nvPr/>
      </p:nvGrpSpPr>
      <p:grpSpPr>
        <a:xfrm>
          <a:off x="0" y="0"/>
          <a:ext cx="0" cy="0"/>
          <a:chOff x="0" y="0"/>
          <a:chExt cx="0" cy="0"/>
        </a:xfrm>
      </p:grpSpPr>
      <p:sp>
        <p:nvSpPr>
          <p:cNvPr id="472" name="Google Shape;472;p60"/>
          <p:cNvSpPr/>
          <p:nvPr/>
        </p:nvSpPr>
        <p:spPr>
          <a:xfrm>
            <a:off x="0" y="0"/>
            <a:ext cx="12192000" cy="6858000"/>
          </a:xfrm>
          <a:prstGeom prst="rect">
            <a:avLst/>
          </a:prstGeom>
          <a:solidFill>
            <a:srgbClr val="F8B898">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73" name="Google Shape;473;p60"/>
          <p:cNvSpPr txBox="1"/>
          <p:nvPr>
            <p:ph type="title"/>
          </p:nvPr>
        </p:nvSpPr>
        <p:spPr>
          <a:xfrm>
            <a:off x="3429000" y="5042130"/>
            <a:ext cx="8232707" cy="949518"/>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rgbClr val="525A4E"/>
              </a:buClr>
              <a:buSzPts val="3200"/>
              <a:buFont typeface="Open Sans Light"/>
              <a:buNone/>
              <a:defRPr b="0" sz="3200" cap="none">
                <a:solidFill>
                  <a:srgbClr val="525A4E"/>
                </a:solidFill>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4" name="Google Shape;474;p60"/>
          <p:cNvSpPr txBox="1"/>
          <p:nvPr>
            <p:ph idx="1" type="body"/>
          </p:nvPr>
        </p:nvSpPr>
        <p:spPr>
          <a:xfrm>
            <a:off x="434196" y="120765"/>
            <a:ext cx="10723000" cy="4260404"/>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accent1"/>
              </a:buClr>
              <a:buSzPts val="28000"/>
              <a:buNone/>
              <a:defRPr sz="28000">
                <a:solidFill>
                  <a:schemeClr val="accent1"/>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5" name="Google Shape;475;p60"/>
          <p:cNvSpPr txBox="1"/>
          <p:nvPr>
            <p:ph idx="11" type="ftr"/>
          </p:nvPr>
        </p:nvSpPr>
        <p:spPr>
          <a:xfrm>
            <a:off x="605431" y="6029868"/>
            <a:ext cx="21377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60"/>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7" name="Google Shape;477;p60"/>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78" name="Google Shape;478;p60"/>
          <p:cNvCxnSpPr/>
          <p:nvPr/>
        </p:nvCxnSpPr>
        <p:spPr>
          <a:xfrm>
            <a:off x="11509025" y="735417"/>
            <a:ext cx="0" cy="4124739"/>
          </a:xfrm>
          <a:prstGeom prst="straightConnector1">
            <a:avLst/>
          </a:prstGeom>
          <a:noFill/>
          <a:ln cap="flat" cmpd="sng" w="12700">
            <a:solidFill>
              <a:srgbClr val="EFEDE7">
                <a:alpha val="74901"/>
              </a:srgbClr>
            </a:solidFill>
            <a:prstDash val="solid"/>
            <a:miter lim="800000"/>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3" showMasterSp="0">
  <p:cSld name="Número grande 3">
    <p:spTree>
      <p:nvGrpSpPr>
        <p:cNvPr id="479" name="Shape 479"/>
        <p:cNvGrpSpPr/>
        <p:nvPr/>
      </p:nvGrpSpPr>
      <p:grpSpPr>
        <a:xfrm>
          <a:off x="0" y="0"/>
          <a:ext cx="0" cy="0"/>
          <a:chOff x="0" y="0"/>
          <a:chExt cx="0" cy="0"/>
        </a:xfrm>
      </p:grpSpPr>
      <p:sp>
        <p:nvSpPr>
          <p:cNvPr id="480" name="Google Shape;480;p61"/>
          <p:cNvSpPr/>
          <p:nvPr/>
        </p:nvSpPr>
        <p:spPr>
          <a:xfrm>
            <a:off x="0" y="0"/>
            <a:ext cx="12192000" cy="6858000"/>
          </a:xfrm>
          <a:prstGeom prst="rect">
            <a:avLst/>
          </a:prstGeom>
          <a:solidFill>
            <a:srgbClr val="F8B8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81" name="Google Shape;481;p61"/>
          <p:cNvSpPr txBox="1"/>
          <p:nvPr>
            <p:ph type="title"/>
          </p:nvPr>
        </p:nvSpPr>
        <p:spPr>
          <a:xfrm>
            <a:off x="4114799" y="5230607"/>
            <a:ext cx="7634369" cy="761041"/>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lt1"/>
              </a:buClr>
              <a:buSzPts val="2800"/>
              <a:buFont typeface="Oswald SemiBol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2" name="Google Shape;482;p61"/>
          <p:cNvSpPr txBox="1"/>
          <p:nvPr>
            <p:ph idx="1" type="body"/>
          </p:nvPr>
        </p:nvSpPr>
        <p:spPr>
          <a:xfrm>
            <a:off x="434195" y="120765"/>
            <a:ext cx="10659375" cy="4800600"/>
          </a:xfrm>
          <a:prstGeom prst="rect">
            <a:avLst/>
          </a:prstGeom>
          <a:noFill/>
          <a:ln>
            <a:noFill/>
          </a:ln>
        </p:spPr>
        <p:txBody>
          <a:bodyPr anchorCtr="0" anchor="b" bIns="0" lIns="0" spcFirstLastPara="1" rIns="0" wrap="square" tIns="0">
            <a:normAutofit/>
          </a:bodyPr>
          <a:lstStyle>
            <a:lvl1pPr indent="-228600" lvl="0" marL="457200" algn="l">
              <a:lnSpc>
                <a:spcPct val="120000"/>
              </a:lnSpc>
              <a:spcBef>
                <a:spcPts val="1000"/>
              </a:spcBef>
              <a:spcAft>
                <a:spcPts val="0"/>
              </a:spcAft>
              <a:buClr>
                <a:schemeClr val="accent2"/>
              </a:buClr>
              <a:buSzPts val="31000"/>
              <a:buNone/>
              <a:defRPr sz="31000">
                <a:solidFill>
                  <a:schemeClr val="accent2"/>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3" name="Google Shape;483;p61"/>
          <p:cNvSpPr txBox="1"/>
          <p:nvPr>
            <p:ph idx="11" type="ftr"/>
          </p:nvPr>
        </p:nvSpPr>
        <p:spPr>
          <a:xfrm>
            <a:off x="605431" y="6032480"/>
            <a:ext cx="21377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4" name="Google Shape;484;p61"/>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5" name="Google Shape;485;p61"/>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86" name="Google Shape;486;p61"/>
          <p:cNvCxnSpPr/>
          <p:nvPr/>
        </p:nvCxnSpPr>
        <p:spPr>
          <a:xfrm>
            <a:off x="11509025" y="735417"/>
            <a:ext cx="0" cy="4185948"/>
          </a:xfrm>
          <a:prstGeom prst="straightConnector1">
            <a:avLst/>
          </a:prstGeom>
          <a:noFill/>
          <a:ln cap="flat" cmpd="sng" w="12700">
            <a:solidFill>
              <a:srgbClr val="EFEDE7">
                <a:alpha val="74901"/>
              </a:srgbClr>
            </a:solidFill>
            <a:prstDash val="solid"/>
            <a:miter lim="800000"/>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4" showMasterSp="0">
  <p:cSld name="Número grande 4">
    <p:spTree>
      <p:nvGrpSpPr>
        <p:cNvPr id="487" name="Shape 487"/>
        <p:cNvGrpSpPr/>
        <p:nvPr/>
      </p:nvGrpSpPr>
      <p:grpSpPr>
        <a:xfrm>
          <a:off x="0" y="0"/>
          <a:ext cx="0" cy="0"/>
          <a:chOff x="0" y="0"/>
          <a:chExt cx="0" cy="0"/>
        </a:xfrm>
      </p:grpSpPr>
      <p:sp>
        <p:nvSpPr>
          <p:cNvPr id="488" name="Google Shape;488;p62"/>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Open Sans Light"/>
              <a:ea typeface="Open Sans Light"/>
              <a:cs typeface="Open Sans Light"/>
              <a:sym typeface="Open Sans Light"/>
            </a:endParaRPr>
          </a:p>
        </p:txBody>
      </p:sp>
      <p:sp>
        <p:nvSpPr>
          <p:cNvPr id="489" name="Google Shape;489;p62"/>
          <p:cNvSpPr txBox="1"/>
          <p:nvPr>
            <p:ph type="title"/>
          </p:nvPr>
        </p:nvSpPr>
        <p:spPr>
          <a:xfrm>
            <a:off x="3800723" y="5230607"/>
            <a:ext cx="7948445" cy="761041"/>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lt2"/>
              </a:buClr>
              <a:buSzPts val="2800"/>
              <a:buFont typeface="Open Sans Light"/>
              <a:buNone/>
              <a:defRPr b="1">
                <a:solidFill>
                  <a:schemeClr val="lt2"/>
                </a:solidFill>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62"/>
          <p:cNvSpPr txBox="1"/>
          <p:nvPr>
            <p:ph idx="1" type="body"/>
          </p:nvPr>
        </p:nvSpPr>
        <p:spPr>
          <a:xfrm>
            <a:off x="434195" y="-657225"/>
            <a:ext cx="10924355" cy="5887832"/>
          </a:xfrm>
          <a:prstGeom prst="rect">
            <a:avLst/>
          </a:prstGeom>
          <a:noFill/>
          <a:ln>
            <a:noFill/>
          </a:ln>
        </p:spPr>
        <p:txBody>
          <a:bodyPr anchorCtr="0" anchor="ctr" bIns="0" lIns="0" spcFirstLastPara="1" rIns="0" wrap="square" tIns="0">
            <a:normAutofit/>
          </a:bodyPr>
          <a:lstStyle>
            <a:lvl1pPr indent="-228600" lvl="0" marL="457200" algn="l">
              <a:lnSpc>
                <a:spcPct val="120000"/>
              </a:lnSpc>
              <a:spcBef>
                <a:spcPts val="1000"/>
              </a:spcBef>
              <a:spcAft>
                <a:spcPts val="0"/>
              </a:spcAft>
              <a:buClr>
                <a:schemeClr val="lt2"/>
              </a:buClr>
              <a:buSzPts val="31000"/>
              <a:buNone/>
              <a:defRPr sz="31000">
                <a:solidFill>
                  <a:schemeClr val="lt2"/>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62"/>
          <p:cNvSpPr txBox="1"/>
          <p:nvPr>
            <p:ph idx="11" type="ftr"/>
          </p:nvPr>
        </p:nvSpPr>
        <p:spPr>
          <a:xfrm>
            <a:off x="605431" y="6032480"/>
            <a:ext cx="213776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2" name="Google Shape;492;p62"/>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3" name="Google Shape;493;p62"/>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2"/>
                </a:solidFill>
                <a:latin typeface="Open Sans Light"/>
                <a:ea typeface="Open Sans Light"/>
                <a:cs typeface="Open Sans Light"/>
                <a:sym typeface="Open Sans Light"/>
              </a:defRPr>
            </a:lvl1pPr>
            <a:lvl2pPr indent="0" lvl="1" marL="0" marR="0" algn="r">
              <a:spcBef>
                <a:spcPts val="0"/>
              </a:spcBef>
              <a:buNone/>
              <a:defRPr sz="900" cap="none">
                <a:solidFill>
                  <a:schemeClr val="lt2"/>
                </a:solidFill>
                <a:latin typeface="Open Sans Light"/>
                <a:ea typeface="Open Sans Light"/>
                <a:cs typeface="Open Sans Light"/>
                <a:sym typeface="Open Sans Light"/>
              </a:defRPr>
            </a:lvl2pPr>
            <a:lvl3pPr indent="0" lvl="2" marL="0" marR="0" algn="r">
              <a:spcBef>
                <a:spcPts val="0"/>
              </a:spcBef>
              <a:buNone/>
              <a:defRPr sz="900" cap="none">
                <a:solidFill>
                  <a:schemeClr val="lt2"/>
                </a:solidFill>
                <a:latin typeface="Open Sans Light"/>
                <a:ea typeface="Open Sans Light"/>
                <a:cs typeface="Open Sans Light"/>
                <a:sym typeface="Open Sans Light"/>
              </a:defRPr>
            </a:lvl3pPr>
            <a:lvl4pPr indent="0" lvl="3" marL="0" marR="0" algn="r">
              <a:spcBef>
                <a:spcPts val="0"/>
              </a:spcBef>
              <a:buNone/>
              <a:defRPr sz="900" cap="none">
                <a:solidFill>
                  <a:schemeClr val="lt2"/>
                </a:solidFill>
                <a:latin typeface="Open Sans Light"/>
                <a:ea typeface="Open Sans Light"/>
                <a:cs typeface="Open Sans Light"/>
                <a:sym typeface="Open Sans Light"/>
              </a:defRPr>
            </a:lvl4pPr>
            <a:lvl5pPr indent="0" lvl="4" marL="0" marR="0" algn="r">
              <a:spcBef>
                <a:spcPts val="0"/>
              </a:spcBef>
              <a:buNone/>
              <a:defRPr sz="900" cap="none">
                <a:solidFill>
                  <a:schemeClr val="lt2"/>
                </a:solidFill>
                <a:latin typeface="Open Sans Light"/>
                <a:ea typeface="Open Sans Light"/>
                <a:cs typeface="Open Sans Light"/>
                <a:sym typeface="Open Sans Light"/>
              </a:defRPr>
            </a:lvl5pPr>
            <a:lvl6pPr indent="0" lvl="5" marL="0" marR="0" algn="r">
              <a:spcBef>
                <a:spcPts val="0"/>
              </a:spcBef>
              <a:buNone/>
              <a:defRPr sz="900" cap="none">
                <a:solidFill>
                  <a:schemeClr val="lt2"/>
                </a:solidFill>
                <a:latin typeface="Open Sans Light"/>
                <a:ea typeface="Open Sans Light"/>
                <a:cs typeface="Open Sans Light"/>
                <a:sym typeface="Open Sans Light"/>
              </a:defRPr>
            </a:lvl6pPr>
            <a:lvl7pPr indent="0" lvl="6" marL="0" marR="0" algn="r">
              <a:spcBef>
                <a:spcPts val="0"/>
              </a:spcBef>
              <a:buNone/>
              <a:defRPr sz="900" cap="none">
                <a:solidFill>
                  <a:schemeClr val="lt2"/>
                </a:solidFill>
                <a:latin typeface="Open Sans Light"/>
                <a:ea typeface="Open Sans Light"/>
                <a:cs typeface="Open Sans Light"/>
                <a:sym typeface="Open Sans Light"/>
              </a:defRPr>
            </a:lvl7pPr>
            <a:lvl8pPr indent="0" lvl="7" marL="0" marR="0" algn="r">
              <a:spcBef>
                <a:spcPts val="0"/>
              </a:spcBef>
              <a:buNone/>
              <a:defRPr sz="900" cap="none">
                <a:solidFill>
                  <a:schemeClr val="lt2"/>
                </a:solidFill>
                <a:latin typeface="Open Sans Light"/>
                <a:ea typeface="Open Sans Light"/>
                <a:cs typeface="Open Sans Light"/>
                <a:sym typeface="Open Sans Light"/>
              </a:defRPr>
            </a:lvl8pPr>
            <a:lvl9pPr indent="0" lvl="8" marL="0" marR="0" algn="r">
              <a:spcBef>
                <a:spcPts val="0"/>
              </a:spcBef>
              <a:buNone/>
              <a:defRPr sz="900" cap="none">
                <a:solidFill>
                  <a:schemeClr val="lt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94" name="Google Shape;494;p62"/>
          <p:cNvCxnSpPr/>
          <p:nvPr/>
        </p:nvCxnSpPr>
        <p:spPr>
          <a:xfrm>
            <a:off x="11509025" y="735417"/>
            <a:ext cx="0" cy="4185948"/>
          </a:xfrm>
          <a:prstGeom prst="straightConnector1">
            <a:avLst/>
          </a:prstGeom>
          <a:noFill/>
          <a:ln cap="flat" cmpd="sng" w="12700">
            <a:solidFill>
              <a:srgbClr val="EFEDE7">
                <a:alpha val="74901"/>
              </a:srgbClr>
            </a:solidFill>
            <a:prstDash val="solid"/>
            <a:miter lim="800000"/>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5" showMasterSp="0">
  <p:cSld name="Número grande 5">
    <p:spTree>
      <p:nvGrpSpPr>
        <p:cNvPr id="495" name="Shape 495"/>
        <p:cNvGrpSpPr/>
        <p:nvPr/>
      </p:nvGrpSpPr>
      <p:grpSpPr>
        <a:xfrm>
          <a:off x="0" y="0"/>
          <a:ext cx="0" cy="0"/>
          <a:chOff x="0" y="0"/>
          <a:chExt cx="0" cy="0"/>
        </a:xfrm>
      </p:grpSpPr>
      <p:sp>
        <p:nvSpPr>
          <p:cNvPr id="496" name="Google Shape;496;p63"/>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Open Sans Light"/>
              <a:ea typeface="Open Sans Light"/>
              <a:cs typeface="Open Sans Light"/>
              <a:sym typeface="Open Sans Light"/>
            </a:endParaRPr>
          </a:p>
        </p:txBody>
      </p:sp>
      <p:sp>
        <p:nvSpPr>
          <p:cNvPr id="497" name="Google Shape;497;p63"/>
          <p:cNvSpPr txBox="1"/>
          <p:nvPr>
            <p:ph type="title"/>
          </p:nvPr>
        </p:nvSpPr>
        <p:spPr>
          <a:xfrm>
            <a:off x="3800723" y="5122417"/>
            <a:ext cx="7948445" cy="869232"/>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lt2"/>
              </a:buClr>
              <a:buSzPts val="2800"/>
              <a:buFont typeface="Oswald SemiBold"/>
              <a:buNone/>
              <a:defRPr b="0" sz="2800">
                <a:solidFill>
                  <a:schemeClr val="lt2"/>
                </a:solidFill>
                <a:latin typeface="Oswald SemiBold"/>
                <a:ea typeface="Oswald SemiBold"/>
                <a:cs typeface="Oswald SemiBold"/>
                <a:sym typeface="Oswald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8" name="Google Shape;498;p63"/>
          <p:cNvSpPr txBox="1"/>
          <p:nvPr>
            <p:ph idx="1" type="body"/>
          </p:nvPr>
        </p:nvSpPr>
        <p:spPr>
          <a:xfrm>
            <a:off x="434195" y="120765"/>
            <a:ext cx="10659375" cy="4800600"/>
          </a:xfrm>
          <a:prstGeom prst="rect">
            <a:avLst/>
          </a:prstGeom>
          <a:noFill/>
          <a:ln>
            <a:noFill/>
          </a:ln>
        </p:spPr>
        <p:txBody>
          <a:bodyPr anchorCtr="0" anchor="b" bIns="45700" lIns="0" spcFirstLastPara="1" rIns="0" wrap="square" tIns="0">
            <a:normAutofit/>
          </a:bodyPr>
          <a:lstStyle>
            <a:lvl1pPr indent="-228600" lvl="0" marL="457200" algn="l">
              <a:lnSpc>
                <a:spcPct val="120000"/>
              </a:lnSpc>
              <a:spcBef>
                <a:spcPts val="0"/>
              </a:spcBef>
              <a:spcAft>
                <a:spcPts val="0"/>
              </a:spcAft>
              <a:buSzPts val="31000"/>
              <a:buNone/>
              <a:defRPr sz="31000">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9" name="Google Shape;499;p63"/>
          <p:cNvSpPr txBox="1"/>
          <p:nvPr>
            <p:ph idx="11" type="ftr"/>
          </p:nvPr>
        </p:nvSpPr>
        <p:spPr>
          <a:xfrm>
            <a:off x="10263391" y="616226"/>
            <a:ext cx="1352320" cy="412474"/>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b="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0" name="Google Shape;500;p63"/>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1" name="Google Shape;501;p63"/>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2"/>
                </a:solidFill>
                <a:latin typeface="Open Sans Light"/>
                <a:ea typeface="Open Sans Light"/>
                <a:cs typeface="Open Sans Light"/>
                <a:sym typeface="Open Sans Light"/>
              </a:defRPr>
            </a:lvl1pPr>
            <a:lvl2pPr indent="0" lvl="1" marL="0" marR="0" algn="r">
              <a:spcBef>
                <a:spcPts val="0"/>
              </a:spcBef>
              <a:buNone/>
              <a:defRPr sz="900" cap="none">
                <a:solidFill>
                  <a:schemeClr val="lt2"/>
                </a:solidFill>
                <a:latin typeface="Open Sans Light"/>
                <a:ea typeface="Open Sans Light"/>
                <a:cs typeface="Open Sans Light"/>
                <a:sym typeface="Open Sans Light"/>
              </a:defRPr>
            </a:lvl2pPr>
            <a:lvl3pPr indent="0" lvl="2" marL="0" marR="0" algn="r">
              <a:spcBef>
                <a:spcPts val="0"/>
              </a:spcBef>
              <a:buNone/>
              <a:defRPr sz="900" cap="none">
                <a:solidFill>
                  <a:schemeClr val="lt2"/>
                </a:solidFill>
                <a:latin typeface="Open Sans Light"/>
                <a:ea typeface="Open Sans Light"/>
                <a:cs typeface="Open Sans Light"/>
                <a:sym typeface="Open Sans Light"/>
              </a:defRPr>
            </a:lvl3pPr>
            <a:lvl4pPr indent="0" lvl="3" marL="0" marR="0" algn="r">
              <a:spcBef>
                <a:spcPts val="0"/>
              </a:spcBef>
              <a:buNone/>
              <a:defRPr sz="900" cap="none">
                <a:solidFill>
                  <a:schemeClr val="lt2"/>
                </a:solidFill>
                <a:latin typeface="Open Sans Light"/>
                <a:ea typeface="Open Sans Light"/>
                <a:cs typeface="Open Sans Light"/>
                <a:sym typeface="Open Sans Light"/>
              </a:defRPr>
            </a:lvl4pPr>
            <a:lvl5pPr indent="0" lvl="4" marL="0" marR="0" algn="r">
              <a:spcBef>
                <a:spcPts val="0"/>
              </a:spcBef>
              <a:buNone/>
              <a:defRPr sz="900" cap="none">
                <a:solidFill>
                  <a:schemeClr val="lt2"/>
                </a:solidFill>
                <a:latin typeface="Open Sans Light"/>
                <a:ea typeface="Open Sans Light"/>
                <a:cs typeface="Open Sans Light"/>
                <a:sym typeface="Open Sans Light"/>
              </a:defRPr>
            </a:lvl5pPr>
            <a:lvl6pPr indent="0" lvl="5" marL="0" marR="0" algn="r">
              <a:spcBef>
                <a:spcPts val="0"/>
              </a:spcBef>
              <a:buNone/>
              <a:defRPr sz="900" cap="none">
                <a:solidFill>
                  <a:schemeClr val="lt2"/>
                </a:solidFill>
                <a:latin typeface="Open Sans Light"/>
                <a:ea typeface="Open Sans Light"/>
                <a:cs typeface="Open Sans Light"/>
                <a:sym typeface="Open Sans Light"/>
              </a:defRPr>
            </a:lvl6pPr>
            <a:lvl7pPr indent="0" lvl="6" marL="0" marR="0" algn="r">
              <a:spcBef>
                <a:spcPts val="0"/>
              </a:spcBef>
              <a:buNone/>
              <a:defRPr sz="900" cap="none">
                <a:solidFill>
                  <a:schemeClr val="lt2"/>
                </a:solidFill>
                <a:latin typeface="Open Sans Light"/>
                <a:ea typeface="Open Sans Light"/>
                <a:cs typeface="Open Sans Light"/>
                <a:sym typeface="Open Sans Light"/>
              </a:defRPr>
            </a:lvl7pPr>
            <a:lvl8pPr indent="0" lvl="7" marL="0" marR="0" algn="r">
              <a:spcBef>
                <a:spcPts val="0"/>
              </a:spcBef>
              <a:buNone/>
              <a:defRPr sz="900" cap="none">
                <a:solidFill>
                  <a:schemeClr val="lt2"/>
                </a:solidFill>
                <a:latin typeface="Open Sans Light"/>
                <a:ea typeface="Open Sans Light"/>
                <a:cs typeface="Open Sans Light"/>
                <a:sym typeface="Open Sans Light"/>
              </a:defRPr>
            </a:lvl8pPr>
            <a:lvl9pPr indent="0" lvl="8" marL="0" marR="0" algn="r">
              <a:spcBef>
                <a:spcPts val="0"/>
              </a:spcBef>
              <a:buNone/>
              <a:defRPr sz="900" cap="none">
                <a:solidFill>
                  <a:schemeClr val="lt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showMasterSp="0">
  <p:cSld name="Instrucción">
    <p:spTree>
      <p:nvGrpSpPr>
        <p:cNvPr id="502" name="Shape 502"/>
        <p:cNvGrpSpPr/>
        <p:nvPr/>
      </p:nvGrpSpPr>
      <p:grpSpPr>
        <a:xfrm>
          <a:off x="0" y="0"/>
          <a:ext cx="0" cy="0"/>
          <a:chOff x="0" y="0"/>
          <a:chExt cx="0" cy="0"/>
        </a:xfrm>
      </p:grpSpPr>
      <p:sp>
        <p:nvSpPr>
          <p:cNvPr id="503" name="Google Shape;503;p64"/>
          <p:cNvSpPr/>
          <p:nvPr/>
        </p:nvSpPr>
        <p:spPr>
          <a:xfrm>
            <a:off x="1" y="0"/>
            <a:ext cx="12192000" cy="6858000"/>
          </a:xfrm>
          <a:prstGeom prst="rect">
            <a:avLst/>
          </a:prstGeom>
          <a:solidFill>
            <a:srgbClr val="F8B8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04" name="Google Shape;504;p64"/>
          <p:cNvSpPr txBox="1"/>
          <p:nvPr>
            <p:ph type="title"/>
          </p:nvPr>
        </p:nvSpPr>
        <p:spPr>
          <a:xfrm>
            <a:off x="605431" y="-785191"/>
            <a:ext cx="10981137" cy="64008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5" name="Google Shape;505;p64"/>
          <p:cNvSpPr txBox="1"/>
          <p:nvPr>
            <p:ph idx="1" type="body"/>
          </p:nvPr>
        </p:nvSpPr>
        <p:spPr>
          <a:xfrm>
            <a:off x="337930" y="1649896"/>
            <a:ext cx="10169921" cy="4949687"/>
          </a:xfrm>
          <a:prstGeom prst="rect">
            <a:avLst/>
          </a:prstGeom>
          <a:noFill/>
          <a:ln>
            <a:noFill/>
          </a:ln>
        </p:spPr>
        <p:txBody>
          <a:bodyPr anchorCtr="0" anchor="b" bIns="45700" lIns="91425" spcFirstLastPara="1" rIns="91425" wrap="square" tIns="45700">
            <a:normAutofit/>
          </a:bodyPr>
          <a:lstStyle>
            <a:lvl1pPr indent="-228600" lvl="0" marL="457200" algn="l">
              <a:lnSpc>
                <a:spcPct val="80000"/>
              </a:lnSpc>
              <a:spcBef>
                <a:spcPts val="0"/>
              </a:spcBef>
              <a:spcAft>
                <a:spcPts val="0"/>
              </a:spcAft>
              <a:buClr>
                <a:schemeClr val="accent1"/>
              </a:buClr>
              <a:buSzPts val="7200"/>
              <a:buNone/>
              <a:defRPr sz="7200" cap="none">
                <a:solidFill>
                  <a:schemeClr val="accent1"/>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06" name="Google Shape;506;p64"/>
          <p:cNvCxnSpPr/>
          <p:nvPr/>
        </p:nvCxnSpPr>
        <p:spPr>
          <a:xfrm rot="10800000">
            <a:off x="926297" y="685800"/>
            <a:ext cx="10326757" cy="0"/>
          </a:xfrm>
          <a:prstGeom prst="straightConnector1">
            <a:avLst/>
          </a:prstGeom>
          <a:noFill/>
          <a:ln cap="flat" cmpd="sng" w="12700">
            <a:solidFill>
              <a:schemeClr val="lt1">
                <a:alpha val="47058"/>
              </a:schemeClr>
            </a:solidFill>
            <a:prstDash val="solid"/>
            <a:miter lim="800000"/>
            <a:headEnd len="sm" w="sm" type="none"/>
            <a:tailEnd len="sm" w="sm" type="none"/>
          </a:ln>
        </p:spPr>
      </p:cxnSp>
      <p:sp>
        <p:nvSpPr>
          <p:cNvPr id="507" name="Google Shape;507;p64"/>
          <p:cNvSpPr txBox="1"/>
          <p:nvPr>
            <p:ph idx="11" type="ftr"/>
          </p:nvPr>
        </p:nvSpPr>
        <p:spPr>
          <a:xfrm>
            <a:off x="605431" y="501227"/>
            <a:ext cx="1907799" cy="365125"/>
          </a:xfrm>
          <a:prstGeom prst="rect">
            <a:avLst/>
          </a:prstGeom>
          <a:solidFill>
            <a:srgbClr val="F8B898"/>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8" name="Google Shape;508;p64"/>
          <p:cNvSpPr txBox="1"/>
          <p:nvPr>
            <p:ph idx="10" type="dt"/>
          </p:nvPr>
        </p:nvSpPr>
        <p:spPr>
          <a:xfrm>
            <a:off x="9900458" y="501227"/>
            <a:ext cx="1256738" cy="365125"/>
          </a:xfrm>
          <a:prstGeom prst="rect">
            <a:avLst/>
          </a:prstGeom>
          <a:solidFill>
            <a:srgbClr val="F8B898"/>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9" name="Google Shape;509;p64"/>
          <p:cNvSpPr txBox="1"/>
          <p:nvPr>
            <p:ph idx="12" type="sldNum"/>
          </p:nvPr>
        </p:nvSpPr>
        <p:spPr>
          <a:xfrm>
            <a:off x="11157196" y="501227"/>
            <a:ext cx="429372" cy="365125"/>
          </a:xfrm>
          <a:prstGeom prst="rect">
            <a:avLst/>
          </a:prstGeom>
          <a:solidFill>
            <a:srgbClr val="F8B898"/>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2" showMasterSp="0">
  <p:cSld name="Instrucción 2">
    <p:spTree>
      <p:nvGrpSpPr>
        <p:cNvPr id="510" name="Shape 510"/>
        <p:cNvGrpSpPr/>
        <p:nvPr/>
      </p:nvGrpSpPr>
      <p:grpSpPr>
        <a:xfrm>
          <a:off x="0" y="0"/>
          <a:ext cx="0" cy="0"/>
          <a:chOff x="0" y="0"/>
          <a:chExt cx="0" cy="0"/>
        </a:xfrm>
      </p:grpSpPr>
      <p:sp>
        <p:nvSpPr>
          <p:cNvPr id="511" name="Google Shape;511;p65"/>
          <p:cNvSpPr/>
          <p:nvPr/>
        </p:nvSpPr>
        <p:spPr>
          <a:xfrm>
            <a:off x="1"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12" name="Google Shape;512;p65"/>
          <p:cNvSpPr txBox="1"/>
          <p:nvPr>
            <p:ph type="title"/>
          </p:nvPr>
        </p:nvSpPr>
        <p:spPr>
          <a:xfrm>
            <a:off x="605431" y="-785191"/>
            <a:ext cx="10981137" cy="64008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3" name="Google Shape;513;p65"/>
          <p:cNvSpPr txBox="1"/>
          <p:nvPr>
            <p:ph idx="1" type="body"/>
          </p:nvPr>
        </p:nvSpPr>
        <p:spPr>
          <a:xfrm>
            <a:off x="337930" y="1649896"/>
            <a:ext cx="9666226" cy="4949687"/>
          </a:xfrm>
          <a:prstGeom prst="rect">
            <a:avLst/>
          </a:prstGeom>
          <a:noFill/>
          <a:ln>
            <a:noFill/>
          </a:ln>
        </p:spPr>
        <p:txBody>
          <a:bodyPr anchorCtr="0" anchor="b" bIns="45700" lIns="91425" spcFirstLastPara="1" rIns="91425" wrap="square" tIns="45700">
            <a:normAutofit/>
          </a:bodyPr>
          <a:lstStyle>
            <a:lvl1pPr indent="-228600" lvl="0" marL="457200" algn="l">
              <a:lnSpc>
                <a:spcPct val="80000"/>
              </a:lnSpc>
              <a:spcBef>
                <a:spcPts val="0"/>
              </a:spcBef>
              <a:spcAft>
                <a:spcPts val="0"/>
              </a:spcAft>
              <a:buClr>
                <a:srgbClr val="FACFBA"/>
              </a:buClr>
              <a:buSzPts val="7200"/>
              <a:buNone/>
              <a:defRPr sz="7200" cap="none">
                <a:solidFill>
                  <a:srgbClr val="FACFBA"/>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14" name="Google Shape;514;p65"/>
          <p:cNvCxnSpPr/>
          <p:nvPr/>
        </p:nvCxnSpPr>
        <p:spPr>
          <a:xfrm rot="10800000">
            <a:off x="926297" y="729532"/>
            <a:ext cx="10326757" cy="0"/>
          </a:xfrm>
          <a:prstGeom prst="straightConnector1">
            <a:avLst/>
          </a:prstGeom>
          <a:noFill/>
          <a:ln cap="flat" cmpd="sng" w="12700">
            <a:solidFill>
              <a:schemeClr val="lt1">
                <a:alpha val="47058"/>
              </a:schemeClr>
            </a:solidFill>
            <a:prstDash val="solid"/>
            <a:miter lim="800000"/>
            <a:headEnd len="sm" w="sm" type="none"/>
            <a:tailEnd len="sm" w="sm" type="none"/>
          </a:ln>
        </p:spPr>
      </p:cxnSp>
      <p:sp>
        <p:nvSpPr>
          <p:cNvPr id="515" name="Google Shape;515;p65"/>
          <p:cNvSpPr txBox="1"/>
          <p:nvPr>
            <p:ph idx="11" type="ftr"/>
          </p:nvPr>
        </p:nvSpPr>
        <p:spPr>
          <a:xfrm>
            <a:off x="605431" y="501227"/>
            <a:ext cx="1907799" cy="365125"/>
          </a:xfrm>
          <a:prstGeom prst="rect">
            <a:avLst/>
          </a:prstGeom>
          <a:solidFill>
            <a:schemeClr val="accen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6" name="Google Shape;516;p65"/>
          <p:cNvSpPr txBox="1"/>
          <p:nvPr>
            <p:ph idx="10" type="dt"/>
          </p:nvPr>
        </p:nvSpPr>
        <p:spPr>
          <a:xfrm>
            <a:off x="9900458" y="544329"/>
            <a:ext cx="1256738" cy="365125"/>
          </a:xfrm>
          <a:prstGeom prst="rect">
            <a:avLst/>
          </a:prstGeom>
          <a:solidFill>
            <a:schemeClr val="accen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7" name="Google Shape;517;p65"/>
          <p:cNvSpPr txBox="1"/>
          <p:nvPr>
            <p:ph idx="12" type="sldNum"/>
          </p:nvPr>
        </p:nvSpPr>
        <p:spPr>
          <a:xfrm>
            <a:off x="11157195" y="544329"/>
            <a:ext cx="449721" cy="365125"/>
          </a:xfrm>
          <a:prstGeom prst="rect">
            <a:avLst/>
          </a:prstGeom>
          <a:solidFill>
            <a:schemeClr val="accent2"/>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3" showMasterSp="0">
  <p:cSld name="Instrucción 3">
    <p:spTree>
      <p:nvGrpSpPr>
        <p:cNvPr id="518" name="Shape 518"/>
        <p:cNvGrpSpPr/>
        <p:nvPr/>
      </p:nvGrpSpPr>
      <p:grpSpPr>
        <a:xfrm>
          <a:off x="0" y="0"/>
          <a:ext cx="0" cy="0"/>
          <a:chOff x="0" y="0"/>
          <a:chExt cx="0" cy="0"/>
        </a:xfrm>
      </p:grpSpPr>
      <p:sp>
        <p:nvSpPr>
          <p:cNvPr id="519" name="Google Shape;519;p66"/>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20" name="Google Shape;520;p66"/>
          <p:cNvSpPr txBox="1"/>
          <p:nvPr>
            <p:ph type="title"/>
          </p:nvPr>
        </p:nvSpPr>
        <p:spPr>
          <a:xfrm>
            <a:off x="605431" y="-785191"/>
            <a:ext cx="10981137" cy="64008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1" name="Google Shape;521;p66"/>
          <p:cNvSpPr txBox="1"/>
          <p:nvPr>
            <p:ph idx="1" type="body"/>
          </p:nvPr>
        </p:nvSpPr>
        <p:spPr>
          <a:xfrm>
            <a:off x="337930" y="441641"/>
            <a:ext cx="9796670" cy="435896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accent2"/>
              </a:buClr>
              <a:buSzPts val="7200"/>
              <a:buNone/>
              <a:defRPr sz="7200" cap="none">
                <a:solidFill>
                  <a:schemeClr val="accent2"/>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22" name="Google Shape;522;p66"/>
          <p:cNvCxnSpPr/>
          <p:nvPr/>
        </p:nvCxnSpPr>
        <p:spPr>
          <a:xfrm rot="10800000">
            <a:off x="926297" y="6172200"/>
            <a:ext cx="10326757" cy="0"/>
          </a:xfrm>
          <a:prstGeom prst="straightConnector1">
            <a:avLst/>
          </a:prstGeom>
          <a:noFill/>
          <a:ln cap="flat" cmpd="sng" w="12700">
            <a:solidFill>
              <a:schemeClr val="dk2">
                <a:alpha val="47058"/>
              </a:schemeClr>
            </a:solidFill>
            <a:prstDash val="solid"/>
            <a:miter lim="800000"/>
            <a:headEnd len="sm" w="sm" type="none"/>
            <a:tailEnd len="sm" w="sm" type="none"/>
          </a:ln>
        </p:spPr>
      </p:cxnSp>
      <p:sp>
        <p:nvSpPr>
          <p:cNvPr id="523" name="Google Shape;523;p66"/>
          <p:cNvSpPr txBox="1"/>
          <p:nvPr>
            <p:ph idx="11" type="ftr"/>
          </p:nvPr>
        </p:nvSpPr>
        <p:spPr>
          <a:xfrm>
            <a:off x="605431" y="6029270"/>
            <a:ext cx="1907799"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4" name="Google Shape;524;p66"/>
          <p:cNvSpPr txBox="1"/>
          <p:nvPr>
            <p:ph idx="10" type="dt"/>
          </p:nvPr>
        </p:nvSpPr>
        <p:spPr>
          <a:xfrm>
            <a:off x="10134599" y="6029271"/>
            <a:ext cx="1098141" cy="365125"/>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5" name="Google Shape;525;p66"/>
          <p:cNvSpPr txBox="1"/>
          <p:nvPr>
            <p:ph idx="12" type="sldNum"/>
          </p:nvPr>
        </p:nvSpPr>
        <p:spPr>
          <a:xfrm>
            <a:off x="11232741" y="6029271"/>
            <a:ext cx="429372" cy="365125"/>
          </a:xfrm>
          <a:prstGeom prst="rect">
            <a:avLst/>
          </a:prstGeom>
          <a:solidFill>
            <a:schemeClr val="lt2"/>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4" showMasterSp="0">
  <p:cSld name="Instrucción 4">
    <p:spTree>
      <p:nvGrpSpPr>
        <p:cNvPr id="526" name="Shape 526"/>
        <p:cNvGrpSpPr/>
        <p:nvPr/>
      </p:nvGrpSpPr>
      <p:grpSpPr>
        <a:xfrm>
          <a:off x="0" y="0"/>
          <a:ext cx="0" cy="0"/>
          <a:chOff x="0" y="0"/>
          <a:chExt cx="0" cy="0"/>
        </a:xfrm>
      </p:grpSpPr>
      <p:sp>
        <p:nvSpPr>
          <p:cNvPr id="527" name="Google Shape;527;p67"/>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28" name="Google Shape;528;p67"/>
          <p:cNvSpPr txBox="1"/>
          <p:nvPr>
            <p:ph type="title"/>
          </p:nvPr>
        </p:nvSpPr>
        <p:spPr>
          <a:xfrm>
            <a:off x="605431" y="-785191"/>
            <a:ext cx="10981137" cy="64008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9" name="Google Shape;529;p67"/>
          <p:cNvSpPr txBox="1"/>
          <p:nvPr>
            <p:ph idx="1" type="body"/>
          </p:nvPr>
        </p:nvSpPr>
        <p:spPr>
          <a:xfrm>
            <a:off x="337930" y="441641"/>
            <a:ext cx="9796670" cy="435896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accent3"/>
              </a:buClr>
              <a:buSzPts val="7200"/>
              <a:buNone/>
              <a:defRPr sz="7200" cap="none">
                <a:solidFill>
                  <a:schemeClr val="accent3"/>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30" name="Google Shape;530;p67"/>
          <p:cNvCxnSpPr/>
          <p:nvPr/>
        </p:nvCxnSpPr>
        <p:spPr>
          <a:xfrm rot="10800000">
            <a:off x="926297" y="6172200"/>
            <a:ext cx="10326757" cy="0"/>
          </a:xfrm>
          <a:prstGeom prst="straightConnector1">
            <a:avLst/>
          </a:prstGeom>
          <a:noFill/>
          <a:ln cap="flat" cmpd="sng" w="12700">
            <a:solidFill>
              <a:schemeClr val="dk2">
                <a:alpha val="47058"/>
              </a:schemeClr>
            </a:solidFill>
            <a:prstDash val="solid"/>
            <a:miter lim="800000"/>
            <a:headEnd len="sm" w="sm" type="none"/>
            <a:tailEnd len="sm" w="sm" type="none"/>
          </a:ln>
        </p:spPr>
      </p:cxnSp>
      <p:sp>
        <p:nvSpPr>
          <p:cNvPr id="531" name="Google Shape;531;p67"/>
          <p:cNvSpPr txBox="1"/>
          <p:nvPr>
            <p:ph idx="11" type="ftr"/>
          </p:nvPr>
        </p:nvSpPr>
        <p:spPr>
          <a:xfrm>
            <a:off x="605431" y="6029270"/>
            <a:ext cx="1907799"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67"/>
          <p:cNvSpPr txBox="1"/>
          <p:nvPr>
            <p:ph idx="10" type="dt"/>
          </p:nvPr>
        </p:nvSpPr>
        <p:spPr>
          <a:xfrm>
            <a:off x="10134599" y="6029271"/>
            <a:ext cx="1098141" cy="365125"/>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3" name="Google Shape;533;p67"/>
          <p:cNvSpPr txBox="1"/>
          <p:nvPr>
            <p:ph idx="12" type="sldNum"/>
          </p:nvPr>
        </p:nvSpPr>
        <p:spPr>
          <a:xfrm>
            <a:off x="11232741" y="6029271"/>
            <a:ext cx="429372" cy="365125"/>
          </a:xfrm>
          <a:prstGeom prst="rect">
            <a:avLst/>
          </a:prstGeom>
          <a:solidFill>
            <a:schemeClr val="lt2"/>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5" showMasterSp="0">
  <p:cSld name="Instrucción 5">
    <p:spTree>
      <p:nvGrpSpPr>
        <p:cNvPr id="534" name="Shape 534"/>
        <p:cNvGrpSpPr/>
        <p:nvPr/>
      </p:nvGrpSpPr>
      <p:grpSpPr>
        <a:xfrm>
          <a:off x="0" y="0"/>
          <a:ext cx="0" cy="0"/>
          <a:chOff x="0" y="0"/>
          <a:chExt cx="0" cy="0"/>
        </a:xfrm>
      </p:grpSpPr>
      <p:sp>
        <p:nvSpPr>
          <p:cNvPr id="535" name="Google Shape;535;p68"/>
          <p:cNvSpPr/>
          <p:nvPr/>
        </p:nvSpPr>
        <p:spPr>
          <a:xfrm>
            <a:off x="1" y="0"/>
            <a:ext cx="12192000" cy="6858000"/>
          </a:xfrm>
          <a:prstGeom prst="rect">
            <a:avLst/>
          </a:prstGeom>
          <a:solidFill>
            <a:srgbClr val="C4CA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36" name="Google Shape;536;p68"/>
          <p:cNvSpPr txBox="1"/>
          <p:nvPr>
            <p:ph type="title"/>
          </p:nvPr>
        </p:nvSpPr>
        <p:spPr>
          <a:xfrm>
            <a:off x="605431" y="-785191"/>
            <a:ext cx="10981137" cy="64008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7" name="Google Shape;537;p68"/>
          <p:cNvSpPr txBox="1"/>
          <p:nvPr>
            <p:ph idx="1" type="body"/>
          </p:nvPr>
        </p:nvSpPr>
        <p:spPr>
          <a:xfrm>
            <a:off x="337930" y="441641"/>
            <a:ext cx="9796670" cy="435896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accent5"/>
              </a:buClr>
              <a:buSzPts val="7200"/>
              <a:buNone/>
              <a:defRPr sz="7200" cap="none">
                <a:solidFill>
                  <a:schemeClr val="accent5"/>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38" name="Google Shape;538;p68"/>
          <p:cNvCxnSpPr/>
          <p:nvPr/>
        </p:nvCxnSpPr>
        <p:spPr>
          <a:xfrm rot="10800000">
            <a:off x="926297" y="6172200"/>
            <a:ext cx="10326757" cy="0"/>
          </a:xfrm>
          <a:prstGeom prst="straightConnector1">
            <a:avLst/>
          </a:prstGeom>
          <a:noFill/>
          <a:ln cap="flat" cmpd="sng" w="12700">
            <a:solidFill>
              <a:schemeClr val="dk2">
                <a:alpha val="47058"/>
              </a:schemeClr>
            </a:solidFill>
            <a:prstDash val="solid"/>
            <a:miter lim="800000"/>
            <a:headEnd len="sm" w="sm" type="none"/>
            <a:tailEnd len="sm" w="sm" type="none"/>
          </a:ln>
        </p:spPr>
      </p:cxnSp>
      <p:sp>
        <p:nvSpPr>
          <p:cNvPr id="539" name="Google Shape;539;p68"/>
          <p:cNvSpPr txBox="1"/>
          <p:nvPr>
            <p:ph idx="11" type="ftr"/>
          </p:nvPr>
        </p:nvSpPr>
        <p:spPr>
          <a:xfrm>
            <a:off x="605431" y="6029270"/>
            <a:ext cx="1907799" cy="365125"/>
          </a:xfrm>
          <a:prstGeom prst="rect">
            <a:avLst/>
          </a:prstGeom>
          <a:solidFill>
            <a:srgbClr val="C4CAC0"/>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0" name="Google Shape;540;p68"/>
          <p:cNvSpPr txBox="1"/>
          <p:nvPr>
            <p:ph idx="10" type="dt"/>
          </p:nvPr>
        </p:nvSpPr>
        <p:spPr>
          <a:xfrm>
            <a:off x="10134599" y="6029271"/>
            <a:ext cx="1098141" cy="365125"/>
          </a:xfrm>
          <a:prstGeom prst="rect">
            <a:avLst/>
          </a:prstGeom>
          <a:solidFill>
            <a:srgbClr val="C4CAC0"/>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1" name="Google Shape;541;p68"/>
          <p:cNvSpPr txBox="1"/>
          <p:nvPr>
            <p:ph idx="12" type="sldNum"/>
          </p:nvPr>
        </p:nvSpPr>
        <p:spPr>
          <a:xfrm>
            <a:off x="11232741" y="6029271"/>
            <a:ext cx="429372" cy="365125"/>
          </a:xfrm>
          <a:prstGeom prst="rect">
            <a:avLst/>
          </a:prstGeom>
          <a:solidFill>
            <a:srgbClr val="C4CAC0"/>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showMasterSp="0">
  <p:cSld name="Cita">
    <p:spTree>
      <p:nvGrpSpPr>
        <p:cNvPr id="542" name="Shape 542"/>
        <p:cNvGrpSpPr/>
        <p:nvPr/>
      </p:nvGrpSpPr>
      <p:grpSpPr>
        <a:xfrm>
          <a:off x="0" y="0"/>
          <a:ext cx="0" cy="0"/>
          <a:chOff x="0" y="0"/>
          <a:chExt cx="0" cy="0"/>
        </a:xfrm>
      </p:grpSpPr>
      <p:sp>
        <p:nvSpPr>
          <p:cNvPr id="543" name="Google Shape;543;p69"/>
          <p:cNvSpPr/>
          <p:nvPr/>
        </p:nvSpPr>
        <p:spPr>
          <a:xfrm>
            <a:off x="0" y="0"/>
            <a:ext cx="12191999" cy="6858001"/>
          </a:xfrm>
          <a:prstGeom prst="rect">
            <a:avLst/>
          </a:prstGeom>
          <a:solidFill>
            <a:srgbClr val="C4C6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44" name="Google Shape;544;p69"/>
          <p:cNvSpPr/>
          <p:nvPr/>
        </p:nvSpPr>
        <p:spPr>
          <a:xfrm>
            <a:off x="1" y="2"/>
            <a:ext cx="8763000" cy="5038338"/>
          </a:xfrm>
          <a:prstGeom prst="rect">
            <a:avLst/>
          </a:prstGeom>
          <a:solidFill>
            <a:srgbClr val="D8D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545" name="Google Shape;545;p69"/>
          <p:cNvCxnSpPr/>
          <p:nvPr/>
        </p:nvCxnSpPr>
        <p:spPr>
          <a:xfrm rot="10800000">
            <a:off x="722427" y="6212437"/>
            <a:ext cx="10808612" cy="0"/>
          </a:xfrm>
          <a:prstGeom prst="straightConnector1">
            <a:avLst/>
          </a:prstGeom>
          <a:noFill/>
          <a:ln cap="flat" cmpd="sng" w="12700">
            <a:solidFill>
              <a:schemeClr val="accent5">
                <a:alpha val="45098"/>
              </a:schemeClr>
            </a:solidFill>
            <a:prstDash val="solid"/>
            <a:miter lim="800000"/>
            <a:headEnd len="sm" w="sm" type="none"/>
            <a:tailEnd len="sm" w="sm" type="none"/>
          </a:ln>
        </p:spPr>
      </p:cxnSp>
      <p:sp>
        <p:nvSpPr>
          <p:cNvPr id="546" name="Google Shape;546;p69"/>
          <p:cNvSpPr txBox="1"/>
          <p:nvPr>
            <p:ph type="title"/>
          </p:nvPr>
        </p:nvSpPr>
        <p:spPr>
          <a:xfrm>
            <a:off x="4114800" y="5410203"/>
            <a:ext cx="7543800" cy="372746"/>
          </a:xfrm>
          <a:prstGeom prst="rect">
            <a:avLst/>
          </a:prstGeom>
          <a:no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accent1"/>
              </a:buClr>
              <a:buSzPts val="2000"/>
              <a:buFont typeface="Oswald SemiBold"/>
              <a:buNone/>
              <a:defRPr sz="2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7" name="Google Shape;547;p69"/>
          <p:cNvSpPr txBox="1"/>
          <p:nvPr>
            <p:ph idx="1" type="body"/>
          </p:nvPr>
        </p:nvSpPr>
        <p:spPr>
          <a:xfrm>
            <a:off x="603504" y="725556"/>
            <a:ext cx="8845296" cy="3656168"/>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0"/>
              </a:spcBef>
              <a:spcAft>
                <a:spcPts val="0"/>
              </a:spcAft>
              <a:buClr>
                <a:schemeClr val="accent5"/>
              </a:buClr>
              <a:buSzPts val="5800"/>
              <a:buNone/>
              <a:defRPr b="0" sz="5800" cap="none">
                <a:solidFill>
                  <a:schemeClr val="accent5"/>
                </a:solidFill>
                <a:latin typeface="Oswald SemiBold"/>
                <a:ea typeface="Oswald SemiBold"/>
                <a:cs typeface="Oswald SemiBold"/>
                <a:sym typeface="Oswald SemiBold"/>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69"/>
          <p:cNvSpPr txBox="1"/>
          <p:nvPr>
            <p:ph idx="11" type="ftr"/>
          </p:nvPr>
        </p:nvSpPr>
        <p:spPr>
          <a:xfrm>
            <a:off x="605430" y="6029868"/>
            <a:ext cx="1911096" cy="365125"/>
          </a:xfrm>
          <a:prstGeom prst="rect">
            <a:avLst/>
          </a:prstGeom>
          <a:solidFill>
            <a:srgbClr val="C4C6BF"/>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9" name="Google Shape;549;p69"/>
          <p:cNvSpPr txBox="1"/>
          <p:nvPr>
            <p:ph idx="10" type="dt"/>
          </p:nvPr>
        </p:nvSpPr>
        <p:spPr>
          <a:xfrm>
            <a:off x="9802368" y="6029868"/>
            <a:ext cx="1435608" cy="365125"/>
          </a:xfrm>
          <a:prstGeom prst="rect">
            <a:avLst/>
          </a:prstGeom>
          <a:solidFill>
            <a:srgbClr val="C4C6BF"/>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0" name="Google Shape;550;p69"/>
          <p:cNvSpPr txBox="1"/>
          <p:nvPr>
            <p:ph idx="12" type="sldNum"/>
          </p:nvPr>
        </p:nvSpPr>
        <p:spPr>
          <a:xfrm>
            <a:off x="11233434" y="6029868"/>
            <a:ext cx="429372" cy="365125"/>
          </a:xfrm>
          <a:prstGeom prst="rect">
            <a:avLst/>
          </a:prstGeom>
          <a:solidFill>
            <a:srgbClr val="C4C6BF"/>
          </a:solidFill>
          <a:ln>
            <a:noFill/>
          </a:ln>
        </p:spPr>
        <p:txBody>
          <a:bodyPr anchorCtr="0" anchor="ctr" bIns="45700" lIns="91425" spcFirstLastPara="1" rIns="91425" wrap="square" tIns="45700">
            <a:noAutofit/>
          </a:bodyPr>
          <a:lstStyle>
            <a:lvl1pPr indent="0" lvl="0" marL="0" marR="0" algn="r">
              <a:spcBef>
                <a:spcPts val="0"/>
              </a:spcBef>
              <a:buNone/>
              <a:defRPr b="0" sz="900" cap="none">
                <a:solidFill>
                  <a:schemeClr val="accent5"/>
                </a:solidFill>
                <a:latin typeface="Open Sans Light"/>
                <a:ea typeface="Open Sans Light"/>
                <a:cs typeface="Open Sans Light"/>
                <a:sym typeface="Open Sans Light"/>
              </a:defRPr>
            </a:lvl1pPr>
            <a:lvl2pPr indent="0" lvl="1" marL="0" marR="0" algn="r">
              <a:spcBef>
                <a:spcPts val="0"/>
              </a:spcBef>
              <a:buNone/>
              <a:defRPr b="0" sz="900" cap="none">
                <a:solidFill>
                  <a:schemeClr val="accent5"/>
                </a:solidFill>
                <a:latin typeface="Open Sans Light"/>
                <a:ea typeface="Open Sans Light"/>
                <a:cs typeface="Open Sans Light"/>
                <a:sym typeface="Open Sans Light"/>
              </a:defRPr>
            </a:lvl2pPr>
            <a:lvl3pPr indent="0" lvl="2" marL="0" marR="0" algn="r">
              <a:spcBef>
                <a:spcPts val="0"/>
              </a:spcBef>
              <a:buNone/>
              <a:defRPr b="0" sz="900" cap="none">
                <a:solidFill>
                  <a:schemeClr val="accent5"/>
                </a:solidFill>
                <a:latin typeface="Open Sans Light"/>
                <a:ea typeface="Open Sans Light"/>
                <a:cs typeface="Open Sans Light"/>
                <a:sym typeface="Open Sans Light"/>
              </a:defRPr>
            </a:lvl3pPr>
            <a:lvl4pPr indent="0" lvl="3" marL="0" marR="0" algn="r">
              <a:spcBef>
                <a:spcPts val="0"/>
              </a:spcBef>
              <a:buNone/>
              <a:defRPr b="0" sz="900" cap="none">
                <a:solidFill>
                  <a:schemeClr val="accent5"/>
                </a:solidFill>
                <a:latin typeface="Open Sans Light"/>
                <a:ea typeface="Open Sans Light"/>
                <a:cs typeface="Open Sans Light"/>
                <a:sym typeface="Open Sans Light"/>
              </a:defRPr>
            </a:lvl4pPr>
            <a:lvl5pPr indent="0" lvl="4" marL="0" marR="0" algn="r">
              <a:spcBef>
                <a:spcPts val="0"/>
              </a:spcBef>
              <a:buNone/>
              <a:defRPr b="0" sz="900" cap="none">
                <a:solidFill>
                  <a:schemeClr val="accent5"/>
                </a:solidFill>
                <a:latin typeface="Open Sans Light"/>
                <a:ea typeface="Open Sans Light"/>
                <a:cs typeface="Open Sans Light"/>
                <a:sym typeface="Open Sans Light"/>
              </a:defRPr>
            </a:lvl5pPr>
            <a:lvl6pPr indent="0" lvl="5" marL="0" marR="0" algn="r">
              <a:spcBef>
                <a:spcPts val="0"/>
              </a:spcBef>
              <a:buNone/>
              <a:defRPr b="0" sz="900" cap="none">
                <a:solidFill>
                  <a:schemeClr val="accent5"/>
                </a:solidFill>
                <a:latin typeface="Open Sans Light"/>
                <a:ea typeface="Open Sans Light"/>
                <a:cs typeface="Open Sans Light"/>
                <a:sym typeface="Open Sans Light"/>
              </a:defRPr>
            </a:lvl6pPr>
            <a:lvl7pPr indent="0" lvl="6" marL="0" marR="0" algn="r">
              <a:spcBef>
                <a:spcPts val="0"/>
              </a:spcBef>
              <a:buNone/>
              <a:defRPr b="0" sz="900" cap="none">
                <a:solidFill>
                  <a:schemeClr val="accent5"/>
                </a:solidFill>
                <a:latin typeface="Open Sans Light"/>
                <a:ea typeface="Open Sans Light"/>
                <a:cs typeface="Open Sans Light"/>
                <a:sym typeface="Open Sans Light"/>
              </a:defRPr>
            </a:lvl7pPr>
            <a:lvl8pPr indent="0" lvl="7" marL="0" marR="0" algn="r">
              <a:spcBef>
                <a:spcPts val="0"/>
              </a:spcBef>
              <a:buNone/>
              <a:defRPr b="0" sz="900" cap="none">
                <a:solidFill>
                  <a:schemeClr val="accent5"/>
                </a:solidFill>
                <a:latin typeface="Open Sans Light"/>
                <a:ea typeface="Open Sans Light"/>
                <a:cs typeface="Open Sans Light"/>
                <a:sym typeface="Open Sans Light"/>
              </a:defRPr>
            </a:lvl8pPr>
            <a:lvl9pPr indent="0" lvl="8" marL="0" marR="0" algn="r">
              <a:spcBef>
                <a:spcPts val="0"/>
              </a:spcBef>
              <a:buNone/>
              <a:defRPr b="0"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2" showMasterSp="0">
  <p:cSld name="Cita 2">
    <p:spTree>
      <p:nvGrpSpPr>
        <p:cNvPr id="551" name="Shape 551"/>
        <p:cNvGrpSpPr/>
        <p:nvPr/>
      </p:nvGrpSpPr>
      <p:grpSpPr>
        <a:xfrm>
          <a:off x="0" y="0"/>
          <a:ext cx="0" cy="0"/>
          <a:chOff x="0" y="0"/>
          <a:chExt cx="0" cy="0"/>
        </a:xfrm>
      </p:grpSpPr>
      <p:sp>
        <p:nvSpPr>
          <p:cNvPr id="552" name="Google Shape;552;p70"/>
          <p:cNvSpPr/>
          <p:nvPr/>
        </p:nvSpPr>
        <p:spPr>
          <a:xfrm>
            <a:off x="1" y="0"/>
            <a:ext cx="12192000" cy="685800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cxnSp>
        <p:nvCxnSpPr>
          <p:cNvPr id="553" name="Google Shape;553;p70"/>
          <p:cNvCxnSpPr/>
          <p:nvPr/>
        </p:nvCxnSpPr>
        <p:spPr>
          <a:xfrm>
            <a:off x="11082528" y="725556"/>
            <a:ext cx="0" cy="4135136"/>
          </a:xfrm>
          <a:prstGeom prst="straightConnector1">
            <a:avLst/>
          </a:prstGeom>
          <a:noFill/>
          <a:ln cap="flat" cmpd="sng" w="12700">
            <a:solidFill>
              <a:schemeClr val="dk2">
                <a:alpha val="65098"/>
              </a:schemeClr>
            </a:solidFill>
            <a:prstDash val="solid"/>
            <a:miter lim="800000"/>
            <a:headEnd len="sm" w="sm" type="none"/>
            <a:tailEnd len="sm" w="sm" type="none"/>
          </a:ln>
        </p:spPr>
      </p:cxnSp>
      <p:sp>
        <p:nvSpPr>
          <p:cNvPr id="554" name="Google Shape;554;p70"/>
          <p:cNvSpPr txBox="1"/>
          <p:nvPr>
            <p:ph type="title"/>
          </p:nvPr>
        </p:nvSpPr>
        <p:spPr>
          <a:xfrm>
            <a:off x="4443564" y="5167222"/>
            <a:ext cx="6789870" cy="679510"/>
          </a:xfrm>
          <a:prstGeom prst="rect">
            <a:avLst/>
          </a:prstGeom>
          <a:solidFill>
            <a:schemeClr val="lt2"/>
          </a:solid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accent5"/>
              </a:buClr>
              <a:buSzPts val="2000"/>
              <a:buFont typeface="Open Sans Light"/>
              <a:buNone/>
              <a:defRPr b="1" sz="2000" cap="none">
                <a:solidFill>
                  <a:schemeClr val="accent5"/>
                </a:solidFill>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5" name="Google Shape;555;p70"/>
          <p:cNvSpPr txBox="1"/>
          <p:nvPr>
            <p:ph idx="1" type="body"/>
          </p:nvPr>
        </p:nvSpPr>
        <p:spPr>
          <a:xfrm>
            <a:off x="603504" y="725556"/>
            <a:ext cx="8653281" cy="4075044"/>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0"/>
              </a:spcBef>
              <a:spcAft>
                <a:spcPts val="0"/>
              </a:spcAft>
              <a:buClr>
                <a:schemeClr val="accent2"/>
              </a:buClr>
              <a:buSzPts val="5400"/>
              <a:buNone/>
              <a:defRPr b="0" sz="5400" cap="none">
                <a:solidFill>
                  <a:schemeClr val="accent2"/>
                </a:solidFill>
                <a:latin typeface="Oswald SemiBold"/>
                <a:ea typeface="Oswald SemiBold"/>
                <a:cs typeface="Oswald SemiBold"/>
                <a:sym typeface="Oswald SemiBold"/>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6" name="Google Shape;556;p70"/>
          <p:cNvSpPr txBox="1"/>
          <p:nvPr>
            <p:ph idx="11" type="ftr"/>
          </p:nvPr>
        </p:nvSpPr>
        <p:spPr>
          <a:xfrm>
            <a:off x="603503" y="6029868"/>
            <a:ext cx="1911096" cy="3670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7" name="Google Shape;557;p70"/>
          <p:cNvSpPr txBox="1"/>
          <p:nvPr>
            <p:ph idx="10" type="dt"/>
          </p:nvPr>
        </p:nvSpPr>
        <p:spPr>
          <a:xfrm>
            <a:off x="9801193" y="6029868"/>
            <a:ext cx="143932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8" name="Google Shape;558;p70"/>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sz="900" cap="none">
                <a:solidFill>
                  <a:schemeClr val="accent5"/>
                </a:solidFill>
                <a:latin typeface="Open Sans Light"/>
                <a:ea typeface="Open Sans Light"/>
                <a:cs typeface="Open Sans Light"/>
                <a:sym typeface="Open Sans Light"/>
              </a:defRPr>
            </a:lvl1pPr>
            <a:lvl2pPr indent="0" lvl="1" marL="0" marR="0" algn="r">
              <a:spcBef>
                <a:spcPts val="0"/>
              </a:spcBef>
              <a:buNone/>
              <a:defRPr b="0" sz="900" cap="none">
                <a:solidFill>
                  <a:schemeClr val="accent5"/>
                </a:solidFill>
                <a:latin typeface="Open Sans Light"/>
                <a:ea typeface="Open Sans Light"/>
                <a:cs typeface="Open Sans Light"/>
                <a:sym typeface="Open Sans Light"/>
              </a:defRPr>
            </a:lvl2pPr>
            <a:lvl3pPr indent="0" lvl="2" marL="0" marR="0" algn="r">
              <a:spcBef>
                <a:spcPts val="0"/>
              </a:spcBef>
              <a:buNone/>
              <a:defRPr b="0" sz="900" cap="none">
                <a:solidFill>
                  <a:schemeClr val="accent5"/>
                </a:solidFill>
                <a:latin typeface="Open Sans Light"/>
                <a:ea typeface="Open Sans Light"/>
                <a:cs typeface="Open Sans Light"/>
                <a:sym typeface="Open Sans Light"/>
              </a:defRPr>
            </a:lvl3pPr>
            <a:lvl4pPr indent="0" lvl="3" marL="0" marR="0" algn="r">
              <a:spcBef>
                <a:spcPts val="0"/>
              </a:spcBef>
              <a:buNone/>
              <a:defRPr b="0" sz="900" cap="none">
                <a:solidFill>
                  <a:schemeClr val="accent5"/>
                </a:solidFill>
                <a:latin typeface="Open Sans Light"/>
                <a:ea typeface="Open Sans Light"/>
                <a:cs typeface="Open Sans Light"/>
                <a:sym typeface="Open Sans Light"/>
              </a:defRPr>
            </a:lvl4pPr>
            <a:lvl5pPr indent="0" lvl="4" marL="0" marR="0" algn="r">
              <a:spcBef>
                <a:spcPts val="0"/>
              </a:spcBef>
              <a:buNone/>
              <a:defRPr b="0" sz="900" cap="none">
                <a:solidFill>
                  <a:schemeClr val="accent5"/>
                </a:solidFill>
                <a:latin typeface="Open Sans Light"/>
                <a:ea typeface="Open Sans Light"/>
                <a:cs typeface="Open Sans Light"/>
                <a:sym typeface="Open Sans Light"/>
              </a:defRPr>
            </a:lvl5pPr>
            <a:lvl6pPr indent="0" lvl="5" marL="0" marR="0" algn="r">
              <a:spcBef>
                <a:spcPts val="0"/>
              </a:spcBef>
              <a:buNone/>
              <a:defRPr b="0" sz="900" cap="none">
                <a:solidFill>
                  <a:schemeClr val="accent5"/>
                </a:solidFill>
                <a:latin typeface="Open Sans Light"/>
                <a:ea typeface="Open Sans Light"/>
                <a:cs typeface="Open Sans Light"/>
                <a:sym typeface="Open Sans Light"/>
              </a:defRPr>
            </a:lvl6pPr>
            <a:lvl7pPr indent="0" lvl="6" marL="0" marR="0" algn="r">
              <a:spcBef>
                <a:spcPts val="0"/>
              </a:spcBef>
              <a:buNone/>
              <a:defRPr b="0" sz="900" cap="none">
                <a:solidFill>
                  <a:schemeClr val="accent5"/>
                </a:solidFill>
                <a:latin typeface="Open Sans Light"/>
                <a:ea typeface="Open Sans Light"/>
                <a:cs typeface="Open Sans Light"/>
                <a:sym typeface="Open Sans Light"/>
              </a:defRPr>
            </a:lvl7pPr>
            <a:lvl8pPr indent="0" lvl="7" marL="0" marR="0" algn="r">
              <a:spcBef>
                <a:spcPts val="0"/>
              </a:spcBef>
              <a:buNone/>
              <a:defRPr b="0" sz="900" cap="none">
                <a:solidFill>
                  <a:schemeClr val="accent5"/>
                </a:solidFill>
                <a:latin typeface="Open Sans Light"/>
                <a:ea typeface="Open Sans Light"/>
                <a:cs typeface="Open Sans Light"/>
                <a:sym typeface="Open Sans Light"/>
              </a:defRPr>
            </a:lvl8pPr>
            <a:lvl9pPr indent="0" lvl="8" marL="0" marR="0" algn="r">
              <a:spcBef>
                <a:spcPts val="0"/>
              </a:spcBef>
              <a:buNone/>
              <a:defRPr b="0"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3" showMasterSp="0">
  <p:cSld name="Cita 3">
    <p:spTree>
      <p:nvGrpSpPr>
        <p:cNvPr id="559" name="Shape 559"/>
        <p:cNvGrpSpPr/>
        <p:nvPr/>
      </p:nvGrpSpPr>
      <p:grpSpPr>
        <a:xfrm>
          <a:off x="0" y="0"/>
          <a:ext cx="0" cy="0"/>
          <a:chOff x="0" y="0"/>
          <a:chExt cx="0" cy="0"/>
        </a:xfrm>
      </p:grpSpPr>
      <p:sp>
        <p:nvSpPr>
          <p:cNvPr id="560" name="Google Shape;560;p71"/>
          <p:cNvSpPr/>
          <p:nvPr/>
        </p:nvSpPr>
        <p:spPr>
          <a:xfrm>
            <a:off x="1" y="0"/>
            <a:ext cx="12192000" cy="685800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61" name="Google Shape;561;p71"/>
          <p:cNvSpPr/>
          <p:nvPr/>
        </p:nvSpPr>
        <p:spPr>
          <a:xfrm>
            <a:off x="3439120" y="1202645"/>
            <a:ext cx="5301113" cy="44527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562" name="Google Shape;562;p71"/>
          <p:cNvCxnSpPr/>
          <p:nvPr/>
        </p:nvCxnSpPr>
        <p:spPr>
          <a:xfrm rot="10800000">
            <a:off x="6096000" y="5402510"/>
            <a:ext cx="0" cy="1455490"/>
          </a:xfrm>
          <a:prstGeom prst="straightConnector1">
            <a:avLst/>
          </a:prstGeom>
          <a:noFill/>
          <a:ln cap="flat" cmpd="sng" w="12700">
            <a:solidFill>
              <a:schemeClr val="dk2">
                <a:alpha val="74901"/>
              </a:schemeClr>
            </a:solidFill>
            <a:prstDash val="solid"/>
            <a:miter lim="800000"/>
            <a:headEnd len="sm" w="sm" type="none"/>
            <a:tailEnd len="sm" w="sm" type="none"/>
          </a:ln>
        </p:spPr>
      </p:cxnSp>
      <p:cxnSp>
        <p:nvCxnSpPr>
          <p:cNvPr id="563" name="Google Shape;563;p71"/>
          <p:cNvCxnSpPr/>
          <p:nvPr/>
        </p:nvCxnSpPr>
        <p:spPr>
          <a:xfrm rot="10800000">
            <a:off x="6096000" y="0"/>
            <a:ext cx="0" cy="1455490"/>
          </a:xfrm>
          <a:prstGeom prst="straightConnector1">
            <a:avLst/>
          </a:prstGeom>
          <a:noFill/>
          <a:ln cap="flat" cmpd="sng" w="12700">
            <a:solidFill>
              <a:schemeClr val="dk2">
                <a:alpha val="74901"/>
              </a:schemeClr>
            </a:solidFill>
            <a:prstDash val="solid"/>
            <a:miter lim="800000"/>
            <a:headEnd len="sm" w="sm" type="none"/>
            <a:tailEnd len="sm" w="sm" type="none"/>
          </a:ln>
        </p:spPr>
      </p:cxnSp>
      <p:sp>
        <p:nvSpPr>
          <p:cNvPr id="564" name="Google Shape;564;p71"/>
          <p:cNvSpPr txBox="1"/>
          <p:nvPr>
            <p:ph type="title"/>
          </p:nvPr>
        </p:nvSpPr>
        <p:spPr>
          <a:xfrm>
            <a:off x="3963474" y="4659653"/>
            <a:ext cx="4252404" cy="520187"/>
          </a:xfrm>
          <a:prstGeom prst="rect">
            <a:avLst/>
          </a:prstGeom>
          <a:noFill/>
          <a:ln>
            <a:noFill/>
          </a:ln>
        </p:spPr>
        <p:txBody>
          <a:bodyPr anchorCtr="0" anchor="ctr" bIns="137150" lIns="91425" spcFirstLastPara="1" rIns="91425" wrap="square" tIns="45700">
            <a:normAutofit/>
          </a:bodyPr>
          <a:lstStyle>
            <a:lvl1pPr lvl="0" algn="ctr">
              <a:lnSpc>
                <a:spcPct val="100000"/>
              </a:lnSpc>
              <a:spcBef>
                <a:spcPts val="0"/>
              </a:spcBef>
              <a:spcAft>
                <a:spcPts val="0"/>
              </a:spcAft>
              <a:buClr>
                <a:schemeClr val="accent2"/>
              </a:buClr>
              <a:buSzPts val="1600"/>
              <a:buFont typeface="Oswald SemiBold"/>
              <a:buNone/>
              <a:defRPr sz="16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5" name="Google Shape;565;p71"/>
          <p:cNvSpPr txBox="1"/>
          <p:nvPr>
            <p:ph idx="11" type="ftr"/>
          </p:nvPr>
        </p:nvSpPr>
        <p:spPr>
          <a:xfrm>
            <a:off x="605430" y="6029868"/>
            <a:ext cx="191109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6" name="Google Shape;566;p71"/>
          <p:cNvSpPr txBox="1"/>
          <p:nvPr>
            <p:ph idx="1" type="body"/>
          </p:nvPr>
        </p:nvSpPr>
        <p:spPr>
          <a:xfrm>
            <a:off x="2312230" y="1793287"/>
            <a:ext cx="7554892" cy="2494627"/>
          </a:xfrm>
          <a:prstGeom prst="rect">
            <a:avLst/>
          </a:prstGeom>
          <a:noFill/>
          <a:ln>
            <a:noFill/>
          </a:ln>
        </p:spPr>
        <p:txBody>
          <a:bodyPr anchorCtr="0" anchor="ctr" bIns="45700" lIns="91425" spcFirstLastPara="1" rIns="91425" wrap="square" tIns="45700">
            <a:normAutofit/>
          </a:bodyPr>
          <a:lstStyle>
            <a:lvl1pPr indent="-228600" lvl="0" marL="457200" algn="ctr">
              <a:lnSpc>
                <a:spcPct val="85000"/>
              </a:lnSpc>
              <a:spcBef>
                <a:spcPts val="1000"/>
              </a:spcBef>
              <a:spcAft>
                <a:spcPts val="0"/>
              </a:spcAft>
              <a:buClr>
                <a:schemeClr val="accent5"/>
              </a:buClr>
              <a:buSzPts val="4800"/>
              <a:buNone/>
              <a:defRPr b="0" sz="4800" cap="none">
                <a:solidFill>
                  <a:schemeClr val="accent5"/>
                </a:solidFill>
                <a:latin typeface="Open Sans Light"/>
                <a:ea typeface="Open Sans Light"/>
                <a:cs typeface="Open Sans Light"/>
                <a:sym typeface="Open Sans Light"/>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71"/>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8" name="Google Shape;568;p71"/>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accent5"/>
                </a:solidFill>
                <a:latin typeface="Open Sans Light"/>
                <a:ea typeface="Open Sans Light"/>
                <a:cs typeface="Open Sans Light"/>
                <a:sym typeface="Open Sans Light"/>
              </a:defRPr>
            </a:lvl1pPr>
            <a:lvl2pPr indent="0" lvl="1" marL="0" marR="0" algn="r">
              <a:spcBef>
                <a:spcPts val="0"/>
              </a:spcBef>
              <a:buNone/>
              <a:defRPr sz="900" cap="none">
                <a:solidFill>
                  <a:schemeClr val="accent5"/>
                </a:solidFill>
                <a:latin typeface="Open Sans Light"/>
                <a:ea typeface="Open Sans Light"/>
                <a:cs typeface="Open Sans Light"/>
                <a:sym typeface="Open Sans Light"/>
              </a:defRPr>
            </a:lvl2pPr>
            <a:lvl3pPr indent="0" lvl="2" marL="0" marR="0" algn="r">
              <a:spcBef>
                <a:spcPts val="0"/>
              </a:spcBef>
              <a:buNone/>
              <a:defRPr sz="900" cap="none">
                <a:solidFill>
                  <a:schemeClr val="accent5"/>
                </a:solidFill>
                <a:latin typeface="Open Sans Light"/>
                <a:ea typeface="Open Sans Light"/>
                <a:cs typeface="Open Sans Light"/>
                <a:sym typeface="Open Sans Light"/>
              </a:defRPr>
            </a:lvl3pPr>
            <a:lvl4pPr indent="0" lvl="3" marL="0" marR="0" algn="r">
              <a:spcBef>
                <a:spcPts val="0"/>
              </a:spcBef>
              <a:buNone/>
              <a:defRPr sz="900" cap="none">
                <a:solidFill>
                  <a:schemeClr val="accent5"/>
                </a:solidFill>
                <a:latin typeface="Open Sans Light"/>
                <a:ea typeface="Open Sans Light"/>
                <a:cs typeface="Open Sans Light"/>
                <a:sym typeface="Open Sans Light"/>
              </a:defRPr>
            </a:lvl4pPr>
            <a:lvl5pPr indent="0" lvl="4" marL="0" marR="0" algn="r">
              <a:spcBef>
                <a:spcPts val="0"/>
              </a:spcBef>
              <a:buNone/>
              <a:defRPr sz="900" cap="none">
                <a:solidFill>
                  <a:schemeClr val="accent5"/>
                </a:solidFill>
                <a:latin typeface="Open Sans Light"/>
                <a:ea typeface="Open Sans Light"/>
                <a:cs typeface="Open Sans Light"/>
                <a:sym typeface="Open Sans Light"/>
              </a:defRPr>
            </a:lvl5pPr>
            <a:lvl6pPr indent="0" lvl="5" marL="0" marR="0" algn="r">
              <a:spcBef>
                <a:spcPts val="0"/>
              </a:spcBef>
              <a:buNone/>
              <a:defRPr sz="900" cap="none">
                <a:solidFill>
                  <a:schemeClr val="accent5"/>
                </a:solidFill>
                <a:latin typeface="Open Sans Light"/>
                <a:ea typeface="Open Sans Light"/>
                <a:cs typeface="Open Sans Light"/>
                <a:sym typeface="Open Sans Light"/>
              </a:defRPr>
            </a:lvl6pPr>
            <a:lvl7pPr indent="0" lvl="6" marL="0" marR="0" algn="r">
              <a:spcBef>
                <a:spcPts val="0"/>
              </a:spcBef>
              <a:buNone/>
              <a:defRPr sz="900" cap="none">
                <a:solidFill>
                  <a:schemeClr val="accent5"/>
                </a:solidFill>
                <a:latin typeface="Open Sans Light"/>
                <a:ea typeface="Open Sans Light"/>
                <a:cs typeface="Open Sans Light"/>
                <a:sym typeface="Open Sans Light"/>
              </a:defRPr>
            </a:lvl7pPr>
            <a:lvl8pPr indent="0" lvl="7" marL="0" marR="0" algn="r">
              <a:spcBef>
                <a:spcPts val="0"/>
              </a:spcBef>
              <a:buNone/>
              <a:defRPr sz="900" cap="none">
                <a:solidFill>
                  <a:schemeClr val="accent5"/>
                </a:solidFill>
                <a:latin typeface="Open Sans Light"/>
                <a:ea typeface="Open Sans Light"/>
                <a:cs typeface="Open Sans Light"/>
                <a:sym typeface="Open Sans Light"/>
              </a:defRPr>
            </a:lvl8pPr>
            <a:lvl9pPr indent="0" lvl="8" marL="0" marR="0" algn="r">
              <a:spcBef>
                <a:spcPts val="0"/>
              </a:spcBef>
              <a:buNone/>
              <a:defRPr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4" showMasterSp="0">
  <p:cSld name="Cita 4">
    <p:spTree>
      <p:nvGrpSpPr>
        <p:cNvPr id="569" name="Shape 569"/>
        <p:cNvGrpSpPr/>
        <p:nvPr/>
      </p:nvGrpSpPr>
      <p:grpSpPr>
        <a:xfrm>
          <a:off x="0" y="0"/>
          <a:ext cx="0" cy="0"/>
          <a:chOff x="0" y="0"/>
          <a:chExt cx="0" cy="0"/>
        </a:xfrm>
      </p:grpSpPr>
      <p:sp>
        <p:nvSpPr>
          <p:cNvPr id="570" name="Google Shape;570;p72"/>
          <p:cNvSpPr/>
          <p:nvPr/>
        </p:nvSpPr>
        <p:spPr>
          <a:xfrm>
            <a:off x="1" y="0"/>
            <a:ext cx="12192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pic>
        <p:nvPicPr>
          <p:cNvPr id="571" name="Google Shape;571;p72"/>
          <p:cNvPicPr preferRelativeResize="0"/>
          <p:nvPr/>
        </p:nvPicPr>
        <p:blipFill rotWithShape="1">
          <a:blip r:embed="rId2">
            <a:alphaModFix amt="28000"/>
          </a:blip>
          <a:srcRect b="0" l="0" r="0" t="0"/>
          <a:stretch/>
        </p:blipFill>
        <p:spPr>
          <a:xfrm flipH="1">
            <a:off x="0" y="0"/>
            <a:ext cx="12192000" cy="6858000"/>
          </a:xfrm>
          <a:prstGeom prst="rect">
            <a:avLst/>
          </a:prstGeom>
          <a:noFill/>
          <a:ln>
            <a:noFill/>
          </a:ln>
        </p:spPr>
      </p:pic>
      <p:sp>
        <p:nvSpPr>
          <p:cNvPr id="572" name="Google Shape;572;p72"/>
          <p:cNvSpPr txBox="1"/>
          <p:nvPr>
            <p:ph type="title"/>
          </p:nvPr>
        </p:nvSpPr>
        <p:spPr>
          <a:xfrm>
            <a:off x="606447" y="5204117"/>
            <a:ext cx="11019882" cy="715858"/>
          </a:xfrm>
          <a:prstGeom prst="rect">
            <a:avLst/>
          </a:prstGeom>
          <a:no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accent2"/>
              </a:buClr>
              <a:buSzPts val="1800"/>
              <a:buFont typeface="Oswald SemiBold"/>
              <a:buNone/>
              <a:defRPr sz="1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3" name="Google Shape;573;p72"/>
          <p:cNvSpPr txBox="1"/>
          <p:nvPr>
            <p:ph idx="1" type="body"/>
          </p:nvPr>
        </p:nvSpPr>
        <p:spPr>
          <a:xfrm>
            <a:off x="603504" y="539646"/>
            <a:ext cx="8406832" cy="370955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lt2"/>
              </a:buClr>
              <a:buSzPts val="5400"/>
              <a:buNone/>
              <a:defRPr b="0" sz="5400" cap="none">
                <a:solidFill>
                  <a:schemeClr val="lt2"/>
                </a:solidFil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4" name="Google Shape;574;p72"/>
          <p:cNvSpPr txBox="1"/>
          <p:nvPr>
            <p:ph idx="11" type="ftr"/>
          </p:nvPr>
        </p:nvSpPr>
        <p:spPr>
          <a:xfrm>
            <a:off x="605433" y="6028848"/>
            <a:ext cx="1828970" cy="3661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5" name="Google Shape;575;p72"/>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p72"/>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2"/>
                </a:solidFill>
                <a:latin typeface="Open Sans Light"/>
                <a:ea typeface="Open Sans Light"/>
                <a:cs typeface="Open Sans Light"/>
                <a:sym typeface="Open Sans Light"/>
              </a:defRPr>
            </a:lvl1pPr>
            <a:lvl2pPr indent="0" lvl="1" marL="0" marR="0" algn="r">
              <a:spcBef>
                <a:spcPts val="0"/>
              </a:spcBef>
              <a:buNone/>
              <a:defRPr sz="900" cap="none">
                <a:solidFill>
                  <a:schemeClr val="lt2"/>
                </a:solidFill>
                <a:latin typeface="Open Sans Light"/>
                <a:ea typeface="Open Sans Light"/>
                <a:cs typeface="Open Sans Light"/>
                <a:sym typeface="Open Sans Light"/>
              </a:defRPr>
            </a:lvl2pPr>
            <a:lvl3pPr indent="0" lvl="2" marL="0" marR="0" algn="r">
              <a:spcBef>
                <a:spcPts val="0"/>
              </a:spcBef>
              <a:buNone/>
              <a:defRPr sz="900" cap="none">
                <a:solidFill>
                  <a:schemeClr val="lt2"/>
                </a:solidFill>
                <a:latin typeface="Open Sans Light"/>
                <a:ea typeface="Open Sans Light"/>
                <a:cs typeface="Open Sans Light"/>
                <a:sym typeface="Open Sans Light"/>
              </a:defRPr>
            </a:lvl3pPr>
            <a:lvl4pPr indent="0" lvl="3" marL="0" marR="0" algn="r">
              <a:spcBef>
                <a:spcPts val="0"/>
              </a:spcBef>
              <a:buNone/>
              <a:defRPr sz="900" cap="none">
                <a:solidFill>
                  <a:schemeClr val="lt2"/>
                </a:solidFill>
                <a:latin typeface="Open Sans Light"/>
                <a:ea typeface="Open Sans Light"/>
                <a:cs typeface="Open Sans Light"/>
                <a:sym typeface="Open Sans Light"/>
              </a:defRPr>
            </a:lvl4pPr>
            <a:lvl5pPr indent="0" lvl="4" marL="0" marR="0" algn="r">
              <a:spcBef>
                <a:spcPts val="0"/>
              </a:spcBef>
              <a:buNone/>
              <a:defRPr sz="900" cap="none">
                <a:solidFill>
                  <a:schemeClr val="lt2"/>
                </a:solidFill>
                <a:latin typeface="Open Sans Light"/>
                <a:ea typeface="Open Sans Light"/>
                <a:cs typeface="Open Sans Light"/>
                <a:sym typeface="Open Sans Light"/>
              </a:defRPr>
            </a:lvl5pPr>
            <a:lvl6pPr indent="0" lvl="5" marL="0" marR="0" algn="r">
              <a:spcBef>
                <a:spcPts val="0"/>
              </a:spcBef>
              <a:buNone/>
              <a:defRPr sz="900" cap="none">
                <a:solidFill>
                  <a:schemeClr val="lt2"/>
                </a:solidFill>
                <a:latin typeface="Open Sans Light"/>
                <a:ea typeface="Open Sans Light"/>
                <a:cs typeface="Open Sans Light"/>
                <a:sym typeface="Open Sans Light"/>
              </a:defRPr>
            </a:lvl6pPr>
            <a:lvl7pPr indent="0" lvl="6" marL="0" marR="0" algn="r">
              <a:spcBef>
                <a:spcPts val="0"/>
              </a:spcBef>
              <a:buNone/>
              <a:defRPr sz="900" cap="none">
                <a:solidFill>
                  <a:schemeClr val="lt2"/>
                </a:solidFill>
                <a:latin typeface="Open Sans Light"/>
                <a:ea typeface="Open Sans Light"/>
                <a:cs typeface="Open Sans Light"/>
                <a:sym typeface="Open Sans Light"/>
              </a:defRPr>
            </a:lvl7pPr>
            <a:lvl8pPr indent="0" lvl="7" marL="0" marR="0" algn="r">
              <a:spcBef>
                <a:spcPts val="0"/>
              </a:spcBef>
              <a:buNone/>
              <a:defRPr sz="900" cap="none">
                <a:solidFill>
                  <a:schemeClr val="lt2"/>
                </a:solidFill>
                <a:latin typeface="Open Sans Light"/>
                <a:ea typeface="Open Sans Light"/>
                <a:cs typeface="Open Sans Light"/>
                <a:sym typeface="Open Sans Light"/>
              </a:defRPr>
            </a:lvl8pPr>
            <a:lvl9pPr indent="0" lvl="8" marL="0" marR="0" algn="r">
              <a:spcBef>
                <a:spcPts val="0"/>
              </a:spcBef>
              <a:buNone/>
              <a:defRPr sz="900" cap="none">
                <a:solidFill>
                  <a:schemeClr val="lt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577" name="Google Shape;577;p72"/>
          <p:cNvCxnSpPr/>
          <p:nvPr/>
        </p:nvCxnSpPr>
        <p:spPr>
          <a:xfrm>
            <a:off x="685800" y="4804478"/>
            <a:ext cx="10820400" cy="0"/>
          </a:xfrm>
          <a:prstGeom prst="straightConnector1">
            <a:avLst/>
          </a:prstGeom>
          <a:noFill/>
          <a:ln cap="flat" cmpd="sng" w="12700">
            <a:solidFill>
              <a:schemeClr val="lt2"/>
            </a:solidFill>
            <a:prstDash val="solid"/>
            <a:miter lim="800000"/>
            <a:headEnd len="sm" w="sm" type="none"/>
            <a:tailEnd len="sm" w="sm" type="none"/>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5" showMasterSp="0">
  <p:cSld name="Cita 5">
    <p:spTree>
      <p:nvGrpSpPr>
        <p:cNvPr id="578" name="Shape 578"/>
        <p:cNvGrpSpPr/>
        <p:nvPr/>
      </p:nvGrpSpPr>
      <p:grpSpPr>
        <a:xfrm>
          <a:off x="0" y="0"/>
          <a:ext cx="0" cy="0"/>
          <a:chOff x="0" y="0"/>
          <a:chExt cx="0" cy="0"/>
        </a:xfrm>
      </p:grpSpPr>
      <p:sp>
        <p:nvSpPr>
          <p:cNvPr id="579" name="Google Shape;579;p73"/>
          <p:cNvSpPr/>
          <p:nvPr/>
        </p:nvSpPr>
        <p:spPr>
          <a:xfrm>
            <a:off x="1" y="-1"/>
            <a:ext cx="12192000" cy="685800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80" name="Google Shape;580;p73"/>
          <p:cNvSpPr/>
          <p:nvPr/>
        </p:nvSpPr>
        <p:spPr>
          <a:xfrm>
            <a:off x="0" y="1"/>
            <a:ext cx="9448801" cy="48005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581" name="Google Shape;581;p73"/>
          <p:cNvCxnSpPr/>
          <p:nvPr/>
        </p:nvCxnSpPr>
        <p:spPr>
          <a:xfrm rot="10800000">
            <a:off x="11081989" y="698720"/>
            <a:ext cx="0" cy="4101880"/>
          </a:xfrm>
          <a:prstGeom prst="straightConnector1">
            <a:avLst/>
          </a:prstGeom>
          <a:noFill/>
          <a:ln cap="flat" cmpd="sng" w="12700">
            <a:solidFill>
              <a:schemeClr val="dk2">
                <a:alpha val="65098"/>
              </a:schemeClr>
            </a:solidFill>
            <a:prstDash val="solid"/>
            <a:miter lim="800000"/>
            <a:headEnd len="sm" w="sm" type="none"/>
            <a:tailEnd len="sm" w="sm" type="none"/>
          </a:ln>
        </p:spPr>
      </p:cxnSp>
      <p:sp>
        <p:nvSpPr>
          <p:cNvPr id="582" name="Google Shape;582;p73"/>
          <p:cNvSpPr txBox="1"/>
          <p:nvPr>
            <p:ph type="title"/>
          </p:nvPr>
        </p:nvSpPr>
        <p:spPr>
          <a:xfrm>
            <a:off x="984864" y="5257800"/>
            <a:ext cx="10255196" cy="748275"/>
          </a:xfrm>
          <a:prstGeom prst="rect">
            <a:avLst/>
          </a:prstGeom>
          <a:noFill/>
          <a:ln>
            <a:noFill/>
          </a:ln>
        </p:spPr>
        <p:txBody>
          <a:bodyPr anchorCtr="0" anchor="ctr" bIns="137150" lIns="91425" spcFirstLastPara="1" rIns="91425" wrap="square" tIns="45700">
            <a:normAutofit/>
          </a:bodyPr>
          <a:lstStyle>
            <a:lvl1pPr lvl="0" algn="r">
              <a:lnSpc>
                <a:spcPct val="100000"/>
              </a:lnSpc>
              <a:spcBef>
                <a:spcPts val="0"/>
              </a:spcBef>
              <a:spcAft>
                <a:spcPts val="0"/>
              </a:spcAft>
              <a:buClr>
                <a:schemeClr val="accent2"/>
              </a:buClr>
              <a:buSzPts val="1800"/>
              <a:buFont typeface="Oswald SemiBold"/>
              <a:buNone/>
              <a:defRPr sz="1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3" name="Google Shape;583;p73"/>
          <p:cNvSpPr txBox="1"/>
          <p:nvPr>
            <p:ph idx="1" type="body"/>
          </p:nvPr>
        </p:nvSpPr>
        <p:spPr>
          <a:xfrm>
            <a:off x="887413" y="1033272"/>
            <a:ext cx="9247187" cy="3257550"/>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1000"/>
              </a:spcBef>
              <a:spcAft>
                <a:spcPts val="0"/>
              </a:spcAft>
              <a:buClr>
                <a:schemeClr val="accent5"/>
              </a:buClr>
              <a:buSzPts val="5400"/>
              <a:buNone/>
              <a:defRPr sz="5400">
                <a:solidFill>
                  <a:schemeClr val="accent5"/>
                </a:solidFil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4" name="Google Shape;584;p73"/>
          <p:cNvSpPr txBox="1"/>
          <p:nvPr>
            <p:ph idx="11" type="ftr"/>
          </p:nvPr>
        </p:nvSpPr>
        <p:spPr>
          <a:xfrm>
            <a:off x="605430" y="6029867"/>
            <a:ext cx="1911096" cy="3651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5" name="Google Shape;585;p73"/>
          <p:cNvSpPr txBox="1"/>
          <p:nvPr>
            <p:ph idx="10" type="dt"/>
          </p:nvPr>
        </p:nvSpPr>
        <p:spPr>
          <a:xfrm>
            <a:off x="10058400" y="6029868"/>
            <a:ext cx="118268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6" name="Google Shape;586;p73"/>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accent5"/>
                </a:solidFill>
                <a:latin typeface="Open Sans Light"/>
                <a:ea typeface="Open Sans Light"/>
                <a:cs typeface="Open Sans Light"/>
                <a:sym typeface="Open Sans Light"/>
              </a:defRPr>
            </a:lvl1pPr>
            <a:lvl2pPr indent="0" lvl="1" marL="0" marR="0" algn="r">
              <a:spcBef>
                <a:spcPts val="0"/>
              </a:spcBef>
              <a:buNone/>
              <a:defRPr sz="900" cap="none">
                <a:solidFill>
                  <a:schemeClr val="accent5"/>
                </a:solidFill>
                <a:latin typeface="Open Sans Light"/>
                <a:ea typeface="Open Sans Light"/>
                <a:cs typeface="Open Sans Light"/>
                <a:sym typeface="Open Sans Light"/>
              </a:defRPr>
            </a:lvl2pPr>
            <a:lvl3pPr indent="0" lvl="2" marL="0" marR="0" algn="r">
              <a:spcBef>
                <a:spcPts val="0"/>
              </a:spcBef>
              <a:buNone/>
              <a:defRPr sz="900" cap="none">
                <a:solidFill>
                  <a:schemeClr val="accent5"/>
                </a:solidFill>
                <a:latin typeface="Open Sans Light"/>
                <a:ea typeface="Open Sans Light"/>
                <a:cs typeface="Open Sans Light"/>
                <a:sym typeface="Open Sans Light"/>
              </a:defRPr>
            </a:lvl3pPr>
            <a:lvl4pPr indent="0" lvl="3" marL="0" marR="0" algn="r">
              <a:spcBef>
                <a:spcPts val="0"/>
              </a:spcBef>
              <a:buNone/>
              <a:defRPr sz="900" cap="none">
                <a:solidFill>
                  <a:schemeClr val="accent5"/>
                </a:solidFill>
                <a:latin typeface="Open Sans Light"/>
                <a:ea typeface="Open Sans Light"/>
                <a:cs typeface="Open Sans Light"/>
                <a:sym typeface="Open Sans Light"/>
              </a:defRPr>
            </a:lvl4pPr>
            <a:lvl5pPr indent="0" lvl="4" marL="0" marR="0" algn="r">
              <a:spcBef>
                <a:spcPts val="0"/>
              </a:spcBef>
              <a:buNone/>
              <a:defRPr sz="900" cap="none">
                <a:solidFill>
                  <a:schemeClr val="accent5"/>
                </a:solidFill>
                <a:latin typeface="Open Sans Light"/>
                <a:ea typeface="Open Sans Light"/>
                <a:cs typeface="Open Sans Light"/>
                <a:sym typeface="Open Sans Light"/>
              </a:defRPr>
            </a:lvl5pPr>
            <a:lvl6pPr indent="0" lvl="5" marL="0" marR="0" algn="r">
              <a:spcBef>
                <a:spcPts val="0"/>
              </a:spcBef>
              <a:buNone/>
              <a:defRPr sz="900" cap="none">
                <a:solidFill>
                  <a:schemeClr val="accent5"/>
                </a:solidFill>
                <a:latin typeface="Open Sans Light"/>
                <a:ea typeface="Open Sans Light"/>
                <a:cs typeface="Open Sans Light"/>
                <a:sym typeface="Open Sans Light"/>
              </a:defRPr>
            </a:lvl6pPr>
            <a:lvl7pPr indent="0" lvl="6" marL="0" marR="0" algn="r">
              <a:spcBef>
                <a:spcPts val="0"/>
              </a:spcBef>
              <a:buNone/>
              <a:defRPr sz="900" cap="none">
                <a:solidFill>
                  <a:schemeClr val="accent5"/>
                </a:solidFill>
                <a:latin typeface="Open Sans Light"/>
                <a:ea typeface="Open Sans Light"/>
                <a:cs typeface="Open Sans Light"/>
                <a:sym typeface="Open Sans Light"/>
              </a:defRPr>
            </a:lvl7pPr>
            <a:lvl8pPr indent="0" lvl="7" marL="0" marR="0" algn="r">
              <a:spcBef>
                <a:spcPts val="0"/>
              </a:spcBef>
              <a:buNone/>
              <a:defRPr sz="900" cap="none">
                <a:solidFill>
                  <a:schemeClr val="accent5"/>
                </a:solidFill>
                <a:latin typeface="Open Sans Light"/>
                <a:ea typeface="Open Sans Light"/>
                <a:cs typeface="Open Sans Light"/>
                <a:sym typeface="Open Sans Light"/>
              </a:defRPr>
            </a:lvl8pPr>
            <a:lvl9pPr indent="0" lvl="8" marL="0" marR="0" algn="r">
              <a:spcBef>
                <a:spcPts val="0"/>
              </a:spcBef>
              <a:buNone/>
              <a:defRPr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ntenido" type="twoObj">
  <p:cSld name="TWO_OBJECTS">
    <p:spTree>
      <p:nvGrpSpPr>
        <p:cNvPr id="587" name="Shape 587"/>
        <p:cNvGrpSpPr/>
        <p:nvPr/>
      </p:nvGrpSpPr>
      <p:grpSpPr>
        <a:xfrm>
          <a:off x="0" y="0"/>
          <a:ext cx="0" cy="0"/>
          <a:chOff x="0" y="0"/>
          <a:chExt cx="0" cy="0"/>
        </a:xfrm>
      </p:grpSpPr>
      <p:sp>
        <p:nvSpPr>
          <p:cNvPr id="588" name="Google Shape;588;p74"/>
          <p:cNvSpPr txBox="1"/>
          <p:nvPr>
            <p:ph type="title"/>
          </p:nvPr>
        </p:nvSpPr>
        <p:spPr>
          <a:xfrm>
            <a:off x="603504" y="521185"/>
            <a:ext cx="10902696" cy="1070849"/>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9" name="Google Shape;589;p74"/>
          <p:cNvSpPr txBox="1"/>
          <p:nvPr>
            <p:ph idx="1" type="body"/>
          </p:nvPr>
        </p:nvSpPr>
        <p:spPr>
          <a:xfrm>
            <a:off x="605431" y="1756230"/>
            <a:ext cx="5181600" cy="403496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0" name="Google Shape;590;p74"/>
          <p:cNvSpPr txBox="1"/>
          <p:nvPr>
            <p:ph idx="2" type="body"/>
          </p:nvPr>
        </p:nvSpPr>
        <p:spPr>
          <a:xfrm>
            <a:off x="6324600" y="1756230"/>
            <a:ext cx="5181600" cy="403496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1" name="Google Shape;591;p74"/>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2" name="Google Shape;592;p74"/>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3" name="Google Shape;593;p74"/>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94" name="Shape 594"/>
        <p:cNvGrpSpPr/>
        <p:nvPr/>
      </p:nvGrpSpPr>
      <p:grpSpPr>
        <a:xfrm>
          <a:off x="0" y="0"/>
          <a:ext cx="0" cy="0"/>
          <a:chOff x="0" y="0"/>
          <a:chExt cx="0" cy="0"/>
        </a:xfrm>
      </p:grpSpPr>
      <p:sp>
        <p:nvSpPr>
          <p:cNvPr id="595" name="Google Shape;595;p75"/>
          <p:cNvSpPr txBox="1"/>
          <p:nvPr>
            <p:ph type="title"/>
          </p:nvPr>
        </p:nvSpPr>
        <p:spPr>
          <a:xfrm>
            <a:off x="603504" y="521206"/>
            <a:ext cx="10899648" cy="1069848"/>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6" name="Google Shape;596;p75"/>
          <p:cNvSpPr txBox="1"/>
          <p:nvPr>
            <p:ph idx="1" type="body"/>
          </p:nvPr>
        </p:nvSpPr>
        <p:spPr>
          <a:xfrm>
            <a:off x="605431" y="1631076"/>
            <a:ext cx="5157787" cy="709394"/>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None/>
              <a:defRPr b="1" sz="1800" cap="none"/>
            </a:lvl1pPr>
            <a:lvl2pPr indent="-228600" lvl="1" marL="914400" algn="l">
              <a:lnSpc>
                <a:spcPct val="120000"/>
              </a:lnSpc>
              <a:spcBef>
                <a:spcPts val="500"/>
              </a:spcBef>
              <a:spcAft>
                <a:spcPts val="0"/>
              </a:spcAft>
              <a:buClr>
                <a:schemeClr val="dk2"/>
              </a:buClr>
              <a:buSzPts val="2000"/>
              <a:buNone/>
              <a:defRPr b="1" sz="2000"/>
            </a:lvl2pPr>
            <a:lvl3pPr indent="-228600" lvl="2" marL="1371600" algn="l">
              <a:lnSpc>
                <a:spcPct val="120000"/>
              </a:lnSpc>
              <a:spcBef>
                <a:spcPts val="500"/>
              </a:spcBef>
              <a:spcAft>
                <a:spcPts val="0"/>
              </a:spcAft>
              <a:buClr>
                <a:schemeClr val="dk2"/>
              </a:buClr>
              <a:buSzPts val="1800"/>
              <a:buNone/>
              <a:defRPr b="1" sz="1800"/>
            </a:lvl3pPr>
            <a:lvl4pPr indent="-228600" lvl="3" marL="1828800" algn="l">
              <a:lnSpc>
                <a:spcPct val="120000"/>
              </a:lnSpc>
              <a:spcBef>
                <a:spcPts val="500"/>
              </a:spcBef>
              <a:spcAft>
                <a:spcPts val="0"/>
              </a:spcAft>
              <a:buClr>
                <a:schemeClr val="dk2"/>
              </a:buClr>
              <a:buSzPts val="1600"/>
              <a:buNone/>
              <a:defRPr b="1" sz="1600"/>
            </a:lvl4pPr>
            <a:lvl5pPr indent="-228600" lvl="4" marL="2286000" algn="l">
              <a:lnSpc>
                <a:spcPct val="12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7" name="Google Shape;597;p75"/>
          <p:cNvSpPr txBox="1"/>
          <p:nvPr>
            <p:ph idx="2" type="body"/>
          </p:nvPr>
        </p:nvSpPr>
        <p:spPr>
          <a:xfrm>
            <a:off x="605431" y="2372146"/>
            <a:ext cx="5157787" cy="349525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8" name="Google Shape;598;p75"/>
          <p:cNvSpPr txBox="1"/>
          <p:nvPr>
            <p:ph idx="3" type="body"/>
          </p:nvPr>
        </p:nvSpPr>
        <p:spPr>
          <a:xfrm>
            <a:off x="6324600" y="1631076"/>
            <a:ext cx="5183188" cy="709393"/>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None/>
              <a:defRPr b="1" sz="1800" cap="none"/>
            </a:lvl1pPr>
            <a:lvl2pPr indent="-228600" lvl="1" marL="914400" algn="l">
              <a:lnSpc>
                <a:spcPct val="120000"/>
              </a:lnSpc>
              <a:spcBef>
                <a:spcPts val="500"/>
              </a:spcBef>
              <a:spcAft>
                <a:spcPts val="0"/>
              </a:spcAft>
              <a:buClr>
                <a:schemeClr val="dk2"/>
              </a:buClr>
              <a:buSzPts val="2000"/>
              <a:buNone/>
              <a:defRPr b="1" sz="2000"/>
            </a:lvl2pPr>
            <a:lvl3pPr indent="-228600" lvl="2" marL="1371600" algn="l">
              <a:lnSpc>
                <a:spcPct val="120000"/>
              </a:lnSpc>
              <a:spcBef>
                <a:spcPts val="500"/>
              </a:spcBef>
              <a:spcAft>
                <a:spcPts val="0"/>
              </a:spcAft>
              <a:buClr>
                <a:schemeClr val="dk2"/>
              </a:buClr>
              <a:buSzPts val="1800"/>
              <a:buNone/>
              <a:defRPr b="1" sz="1800"/>
            </a:lvl3pPr>
            <a:lvl4pPr indent="-228600" lvl="3" marL="1828800" algn="l">
              <a:lnSpc>
                <a:spcPct val="120000"/>
              </a:lnSpc>
              <a:spcBef>
                <a:spcPts val="500"/>
              </a:spcBef>
              <a:spcAft>
                <a:spcPts val="0"/>
              </a:spcAft>
              <a:buClr>
                <a:schemeClr val="dk2"/>
              </a:buClr>
              <a:buSzPts val="1600"/>
              <a:buNone/>
              <a:defRPr b="1" sz="1600"/>
            </a:lvl4pPr>
            <a:lvl5pPr indent="-228600" lvl="4" marL="2286000" algn="l">
              <a:lnSpc>
                <a:spcPct val="12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9" name="Google Shape;599;p75"/>
          <p:cNvSpPr txBox="1"/>
          <p:nvPr>
            <p:ph idx="4" type="body"/>
          </p:nvPr>
        </p:nvSpPr>
        <p:spPr>
          <a:xfrm>
            <a:off x="6324600" y="2372146"/>
            <a:ext cx="5183188" cy="349525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0" name="Google Shape;600;p75"/>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1" name="Google Shape;601;p75"/>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2" name="Google Shape;602;p75"/>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03" name="Shape 603"/>
        <p:cNvGrpSpPr/>
        <p:nvPr/>
      </p:nvGrpSpPr>
      <p:grpSpPr>
        <a:xfrm>
          <a:off x="0" y="0"/>
          <a:ext cx="0" cy="0"/>
          <a:chOff x="0" y="0"/>
          <a:chExt cx="0" cy="0"/>
        </a:xfrm>
      </p:grpSpPr>
      <p:sp>
        <p:nvSpPr>
          <p:cNvPr id="604" name="Google Shape;604;p76"/>
          <p:cNvSpPr txBox="1"/>
          <p:nvPr>
            <p:ph type="title"/>
          </p:nvPr>
        </p:nvSpPr>
        <p:spPr>
          <a:xfrm>
            <a:off x="603504" y="265176"/>
            <a:ext cx="11028923" cy="132588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5" name="Google Shape;605;p76"/>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6" name="Google Shape;606;p76"/>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7" name="Google Shape;607;p76"/>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cío" type="blank">
  <p:cSld name="BLANK">
    <p:spTree>
      <p:nvGrpSpPr>
        <p:cNvPr id="608" name="Shape 608"/>
        <p:cNvGrpSpPr/>
        <p:nvPr/>
      </p:nvGrpSpPr>
      <p:grpSpPr>
        <a:xfrm>
          <a:off x="0" y="0"/>
          <a:ext cx="0" cy="0"/>
          <a:chOff x="0" y="0"/>
          <a:chExt cx="0" cy="0"/>
        </a:xfrm>
      </p:grpSpPr>
      <p:sp>
        <p:nvSpPr>
          <p:cNvPr id="609" name="Google Shape;609;p77"/>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0" name="Google Shape;610;p77"/>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1" name="Google Shape;611;p77"/>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2" name="Shape 612"/>
        <p:cNvGrpSpPr/>
        <p:nvPr/>
      </p:nvGrpSpPr>
      <p:grpSpPr>
        <a:xfrm>
          <a:off x="0" y="0"/>
          <a:ext cx="0" cy="0"/>
          <a:chOff x="0" y="0"/>
          <a:chExt cx="0" cy="0"/>
        </a:xfrm>
      </p:grpSpPr>
      <p:sp>
        <p:nvSpPr>
          <p:cNvPr id="613" name="Google Shape;613;p78"/>
          <p:cNvSpPr txBox="1"/>
          <p:nvPr>
            <p:ph type="title"/>
          </p:nvPr>
        </p:nvSpPr>
        <p:spPr>
          <a:xfrm>
            <a:off x="605431" y="932688"/>
            <a:ext cx="4195169" cy="1124712"/>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4" name="Google Shape;614;p78"/>
          <p:cNvSpPr txBox="1"/>
          <p:nvPr>
            <p:ph idx="1" type="body"/>
          </p:nvPr>
        </p:nvSpPr>
        <p:spPr>
          <a:xfrm>
            <a:off x="605431" y="2057400"/>
            <a:ext cx="4195169"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600"/>
              <a:buNone/>
              <a:defRPr sz="1600"/>
            </a:lvl1pPr>
            <a:lvl2pPr indent="-228600" lvl="1" marL="914400" algn="l">
              <a:lnSpc>
                <a:spcPct val="120000"/>
              </a:lnSpc>
              <a:spcBef>
                <a:spcPts val="500"/>
              </a:spcBef>
              <a:spcAft>
                <a:spcPts val="0"/>
              </a:spcAft>
              <a:buClr>
                <a:schemeClr val="dk2"/>
              </a:buClr>
              <a:buSzPts val="1400"/>
              <a:buNone/>
              <a:defRPr sz="1400"/>
            </a:lvl2pPr>
            <a:lvl3pPr indent="-228600" lvl="2" marL="1371600" algn="l">
              <a:lnSpc>
                <a:spcPct val="120000"/>
              </a:lnSpc>
              <a:spcBef>
                <a:spcPts val="500"/>
              </a:spcBef>
              <a:spcAft>
                <a:spcPts val="0"/>
              </a:spcAft>
              <a:buClr>
                <a:schemeClr val="dk2"/>
              </a:buClr>
              <a:buSzPts val="1200"/>
              <a:buNone/>
              <a:defRPr sz="1200"/>
            </a:lvl3pPr>
            <a:lvl4pPr indent="-228600" lvl="3" marL="1828800" algn="l">
              <a:lnSpc>
                <a:spcPct val="120000"/>
              </a:lnSpc>
              <a:spcBef>
                <a:spcPts val="500"/>
              </a:spcBef>
              <a:spcAft>
                <a:spcPts val="0"/>
              </a:spcAft>
              <a:buClr>
                <a:schemeClr val="dk2"/>
              </a:buClr>
              <a:buSzPts val="1000"/>
              <a:buNone/>
              <a:defRPr sz="1000"/>
            </a:lvl4pPr>
            <a:lvl5pPr indent="-228600" lvl="4" marL="2286000" algn="l">
              <a:lnSpc>
                <a:spcPct val="12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5" name="Google Shape;615;p78"/>
          <p:cNvSpPr txBox="1"/>
          <p:nvPr>
            <p:ph idx="2" type="body"/>
          </p:nvPr>
        </p:nvSpPr>
        <p:spPr>
          <a:xfrm>
            <a:off x="5486400" y="903515"/>
            <a:ext cx="6019800" cy="4957536"/>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6" name="Google Shape;616;p78"/>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7" name="Google Shape;617;p78"/>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8" name="Google Shape;618;p78"/>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type="picTx">
  <p:cSld name="PICTURE_WITH_CAPTION_TEXT">
    <p:spTree>
      <p:nvGrpSpPr>
        <p:cNvPr id="619" name="Shape 619"/>
        <p:cNvGrpSpPr/>
        <p:nvPr/>
      </p:nvGrpSpPr>
      <p:grpSpPr>
        <a:xfrm>
          <a:off x="0" y="0"/>
          <a:ext cx="0" cy="0"/>
          <a:chOff x="0" y="0"/>
          <a:chExt cx="0" cy="0"/>
        </a:xfrm>
      </p:grpSpPr>
      <p:sp>
        <p:nvSpPr>
          <p:cNvPr id="620" name="Google Shape;620;p79"/>
          <p:cNvSpPr txBox="1"/>
          <p:nvPr>
            <p:ph type="title"/>
          </p:nvPr>
        </p:nvSpPr>
        <p:spPr>
          <a:xfrm>
            <a:off x="605432" y="228599"/>
            <a:ext cx="3658560" cy="1742175"/>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1" name="Google Shape;621;p79"/>
          <p:cNvSpPr txBox="1"/>
          <p:nvPr>
            <p:ph idx="1" type="body"/>
          </p:nvPr>
        </p:nvSpPr>
        <p:spPr>
          <a:xfrm>
            <a:off x="1371600" y="2337134"/>
            <a:ext cx="2892392" cy="3331342"/>
          </a:xfrm>
          <a:prstGeom prst="rect">
            <a:avLst/>
          </a:prstGeom>
          <a:noFill/>
          <a:ln>
            <a:noFill/>
          </a:ln>
        </p:spPr>
        <p:txBody>
          <a:bodyPr anchorCtr="0" anchor="b" bIns="45700" lIns="91425" spcFirstLastPara="1" rIns="91425" wrap="square" tIns="45700">
            <a:normAutofit/>
          </a:bodyPr>
          <a:lstStyle>
            <a:lvl1pPr indent="-228600" lvl="0" marL="457200" algn="r">
              <a:lnSpc>
                <a:spcPct val="120000"/>
              </a:lnSpc>
              <a:spcBef>
                <a:spcPts val="1000"/>
              </a:spcBef>
              <a:spcAft>
                <a:spcPts val="0"/>
              </a:spcAft>
              <a:buClr>
                <a:schemeClr val="dk2"/>
              </a:buClr>
              <a:buSzPts val="1600"/>
              <a:buNone/>
              <a:defRPr sz="1600"/>
            </a:lvl1pPr>
            <a:lvl2pPr indent="-228600" lvl="1" marL="914400" algn="l">
              <a:lnSpc>
                <a:spcPct val="120000"/>
              </a:lnSpc>
              <a:spcBef>
                <a:spcPts val="500"/>
              </a:spcBef>
              <a:spcAft>
                <a:spcPts val="0"/>
              </a:spcAft>
              <a:buClr>
                <a:schemeClr val="dk2"/>
              </a:buClr>
              <a:buSzPts val="1400"/>
              <a:buNone/>
              <a:defRPr sz="1400"/>
            </a:lvl2pPr>
            <a:lvl3pPr indent="-228600" lvl="2" marL="1371600" algn="l">
              <a:lnSpc>
                <a:spcPct val="120000"/>
              </a:lnSpc>
              <a:spcBef>
                <a:spcPts val="500"/>
              </a:spcBef>
              <a:spcAft>
                <a:spcPts val="0"/>
              </a:spcAft>
              <a:buClr>
                <a:schemeClr val="dk2"/>
              </a:buClr>
              <a:buSzPts val="1200"/>
              <a:buNone/>
              <a:defRPr sz="1200"/>
            </a:lvl3pPr>
            <a:lvl4pPr indent="-228600" lvl="3" marL="1828800" algn="l">
              <a:lnSpc>
                <a:spcPct val="120000"/>
              </a:lnSpc>
              <a:spcBef>
                <a:spcPts val="500"/>
              </a:spcBef>
              <a:spcAft>
                <a:spcPts val="0"/>
              </a:spcAft>
              <a:buClr>
                <a:schemeClr val="dk2"/>
              </a:buClr>
              <a:buSzPts val="1000"/>
              <a:buNone/>
              <a:defRPr sz="1000"/>
            </a:lvl4pPr>
            <a:lvl5pPr indent="-228600" lvl="4" marL="2286000" algn="l">
              <a:lnSpc>
                <a:spcPct val="12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622" name="Google Shape;622;p79"/>
          <p:cNvPicPr preferRelativeResize="0"/>
          <p:nvPr>
            <p:ph idx="2" type="pic"/>
          </p:nvPr>
        </p:nvPicPr>
        <p:blipFill/>
        <p:spPr>
          <a:xfrm>
            <a:off x="4800600" y="685800"/>
            <a:ext cx="6705600" cy="4876801"/>
          </a:xfrm>
          <a:prstGeom prst="rect">
            <a:avLst/>
          </a:prstGeom>
          <a:blipFill rotWithShape="1">
            <a:blip r:embed="rId2">
              <a:alphaModFix amt="70000"/>
            </a:blip>
            <a:stretch>
              <a:fillRect b="0" l="0" r="0" t="0"/>
            </a:stretch>
          </a:blipFill>
          <a:ln>
            <a:noFill/>
          </a:ln>
        </p:spPr>
      </p:pic>
      <p:sp>
        <p:nvSpPr>
          <p:cNvPr id="623" name="Google Shape;623;p79"/>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4" name="Google Shape;624;p79"/>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5" name="Google Shape;625;p79"/>
          <p:cNvSpPr txBox="1"/>
          <p:nvPr>
            <p:ph idx="12" type="sldNum"/>
          </p:nvPr>
        </p:nvSpPr>
        <p:spPr>
          <a:xfrm>
            <a:off x="11237976"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ón" showMasterSp="0">
  <p:cSld name="Conclusión">
    <p:spTree>
      <p:nvGrpSpPr>
        <p:cNvPr id="626" name="Shape 626"/>
        <p:cNvGrpSpPr/>
        <p:nvPr/>
      </p:nvGrpSpPr>
      <p:grpSpPr>
        <a:xfrm>
          <a:off x="0" y="0"/>
          <a:ext cx="0" cy="0"/>
          <a:chOff x="0" y="0"/>
          <a:chExt cx="0" cy="0"/>
        </a:xfrm>
      </p:grpSpPr>
      <p:sp>
        <p:nvSpPr>
          <p:cNvPr id="627" name="Google Shape;627;p80"/>
          <p:cNvSpPr/>
          <p:nvPr/>
        </p:nvSpPr>
        <p:spPr>
          <a:xfrm>
            <a:off x="0" y="0"/>
            <a:ext cx="12192000"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628" name="Google Shape;628;p80"/>
          <p:cNvSpPr/>
          <p:nvPr/>
        </p:nvSpPr>
        <p:spPr>
          <a:xfrm>
            <a:off x="2057400" y="3084659"/>
            <a:ext cx="10133956" cy="377334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Open Sans Light"/>
              <a:ea typeface="Open Sans Light"/>
              <a:cs typeface="Open Sans Light"/>
              <a:sym typeface="Open Sans Light"/>
            </a:endParaRPr>
          </a:p>
        </p:txBody>
      </p:sp>
      <p:sp>
        <p:nvSpPr>
          <p:cNvPr id="629" name="Google Shape;629;p80"/>
          <p:cNvSpPr txBox="1"/>
          <p:nvPr>
            <p:ph type="title"/>
          </p:nvPr>
        </p:nvSpPr>
        <p:spPr>
          <a:xfrm>
            <a:off x="146306" y="182881"/>
            <a:ext cx="8616684" cy="187452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9600"/>
              <a:buFont typeface="Oswald SemiBold"/>
              <a:buNone/>
              <a:defRPr sz="96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0" name="Google Shape;630;p80"/>
          <p:cNvSpPr txBox="1"/>
          <p:nvPr>
            <p:ph idx="11" type="ftr"/>
          </p:nvPr>
        </p:nvSpPr>
        <p:spPr>
          <a:xfrm>
            <a:off x="9753600" y="617923"/>
            <a:ext cx="1866897" cy="461881"/>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1" name="Google Shape;631;p80"/>
          <p:cNvSpPr txBox="1"/>
          <p:nvPr>
            <p:ph idx="1" type="body"/>
          </p:nvPr>
        </p:nvSpPr>
        <p:spPr>
          <a:xfrm>
            <a:off x="2595846" y="3544866"/>
            <a:ext cx="8990722" cy="244678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Font typeface="Arial"/>
              <a:buNone/>
              <a:defRPr sz="1800"/>
            </a:lvl1pPr>
            <a:lvl2pPr indent="-228600" lvl="1" marL="914400" algn="l">
              <a:lnSpc>
                <a:spcPct val="120000"/>
              </a:lnSpc>
              <a:spcBef>
                <a:spcPts val="500"/>
              </a:spcBef>
              <a:spcAft>
                <a:spcPts val="0"/>
              </a:spcAft>
              <a:buClr>
                <a:schemeClr val="dk2"/>
              </a:buClr>
              <a:buSzPts val="1600"/>
              <a:buFont typeface="Arial"/>
              <a:buNone/>
              <a:defRPr sz="1600"/>
            </a:lvl2pPr>
            <a:lvl3pPr indent="-228600" lvl="2" marL="1371600" algn="l">
              <a:lnSpc>
                <a:spcPct val="120000"/>
              </a:lnSpc>
              <a:spcBef>
                <a:spcPts val="500"/>
              </a:spcBef>
              <a:spcAft>
                <a:spcPts val="0"/>
              </a:spcAft>
              <a:buClr>
                <a:schemeClr val="dk2"/>
              </a:buClr>
              <a:buSzPts val="1400"/>
              <a:buFont typeface="Arial"/>
              <a:buNone/>
              <a:defRPr sz="1400"/>
            </a:lvl3pPr>
            <a:lvl4pPr indent="-228600" lvl="3" marL="1828800" algn="l">
              <a:lnSpc>
                <a:spcPct val="120000"/>
              </a:lnSpc>
              <a:spcBef>
                <a:spcPts val="500"/>
              </a:spcBef>
              <a:spcAft>
                <a:spcPts val="0"/>
              </a:spcAft>
              <a:buClr>
                <a:schemeClr val="dk2"/>
              </a:buClr>
              <a:buSzPts val="1200"/>
              <a:buFont typeface="Arial"/>
              <a:buNone/>
              <a:defRPr sz="1200"/>
            </a:lvl4pPr>
            <a:lvl5pPr indent="-228600" lvl="4" marL="2286000" algn="l">
              <a:lnSpc>
                <a:spcPct val="120000"/>
              </a:lnSpc>
              <a:spcBef>
                <a:spcPts val="500"/>
              </a:spcBef>
              <a:spcAft>
                <a:spcPts val="0"/>
              </a:spcAft>
              <a:buClr>
                <a:schemeClr val="dk2"/>
              </a:buClr>
              <a:buSzPts val="1200"/>
              <a:buFont typeface="Arial"/>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2" name="Google Shape;632;p80"/>
          <p:cNvSpPr txBox="1"/>
          <p:nvPr>
            <p:ph idx="10" type="dt"/>
          </p:nvPr>
        </p:nvSpPr>
        <p:spPr>
          <a:xfrm>
            <a:off x="2595846" y="6024816"/>
            <a:ext cx="1809495"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3" name="Google Shape;633;p80"/>
          <p:cNvSpPr txBox="1"/>
          <p:nvPr>
            <p:ph idx="12" type="sldNum"/>
          </p:nvPr>
        </p:nvSpPr>
        <p:spPr>
          <a:xfrm>
            <a:off x="11233434" y="6029868"/>
            <a:ext cx="429372" cy="365125"/>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ón 2" showMasterSp="0">
  <p:cSld name="Conclusión 2">
    <p:spTree>
      <p:nvGrpSpPr>
        <p:cNvPr id="634" name="Shape 634"/>
        <p:cNvGrpSpPr/>
        <p:nvPr/>
      </p:nvGrpSpPr>
      <p:grpSpPr>
        <a:xfrm>
          <a:off x="0" y="0"/>
          <a:ext cx="0" cy="0"/>
          <a:chOff x="0" y="0"/>
          <a:chExt cx="0" cy="0"/>
        </a:xfrm>
      </p:grpSpPr>
      <p:sp>
        <p:nvSpPr>
          <p:cNvPr id="635" name="Google Shape;635;p8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636" name="Google Shape;636;p81"/>
          <p:cNvSpPr/>
          <p:nvPr/>
        </p:nvSpPr>
        <p:spPr>
          <a:xfrm>
            <a:off x="0" y="0"/>
            <a:ext cx="8436077" cy="2057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637" name="Google Shape;637;p81"/>
          <p:cNvCxnSpPr/>
          <p:nvPr/>
        </p:nvCxnSpPr>
        <p:spPr>
          <a:xfrm>
            <a:off x="685800" y="4564627"/>
            <a:ext cx="5068016" cy="0"/>
          </a:xfrm>
          <a:prstGeom prst="straightConnector1">
            <a:avLst/>
          </a:prstGeom>
          <a:noFill/>
          <a:ln cap="flat" cmpd="sng" w="12700">
            <a:solidFill>
              <a:schemeClr val="dk2">
                <a:alpha val="50196"/>
              </a:schemeClr>
            </a:solidFill>
            <a:prstDash val="solid"/>
            <a:miter lim="800000"/>
            <a:headEnd len="sm" w="sm" type="none"/>
            <a:tailEnd len="sm" w="sm" type="none"/>
          </a:ln>
        </p:spPr>
      </p:cxnSp>
      <p:sp>
        <p:nvSpPr>
          <p:cNvPr id="638" name="Google Shape;638;p81"/>
          <p:cNvSpPr txBox="1"/>
          <p:nvPr>
            <p:ph type="title"/>
          </p:nvPr>
        </p:nvSpPr>
        <p:spPr>
          <a:xfrm>
            <a:off x="373625" y="530940"/>
            <a:ext cx="7703576" cy="130829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8000"/>
              <a:buFont typeface="Oswald SemiBold"/>
              <a:buNone/>
              <a:defRPr sz="8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9" name="Google Shape;639;p81"/>
          <p:cNvSpPr txBox="1"/>
          <p:nvPr>
            <p:ph idx="1" type="body"/>
          </p:nvPr>
        </p:nvSpPr>
        <p:spPr>
          <a:xfrm>
            <a:off x="6037005" y="3571531"/>
            <a:ext cx="5009534" cy="1987694"/>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Font typeface="Arial"/>
              <a:buNone/>
              <a:defRPr sz="1800"/>
            </a:lvl1pPr>
            <a:lvl2pPr indent="-228600" lvl="1" marL="914400" algn="l">
              <a:lnSpc>
                <a:spcPct val="120000"/>
              </a:lnSpc>
              <a:spcBef>
                <a:spcPts val="500"/>
              </a:spcBef>
              <a:spcAft>
                <a:spcPts val="0"/>
              </a:spcAft>
              <a:buClr>
                <a:schemeClr val="dk2"/>
              </a:buClr>
              <a:buSzPts val="1600"/>
              <a:buFont typeface="Arial"/>
              <a:buNone/>
              <a:defRPr sz="1600"/>
            </a:lvl2pPr>
            <a:lvl3pPr indent="-228600" lvl="2" marL="1371600" algn="l">
              <a:lnSpc>
                <a:spcPct val="120000"/>
              </a:lnSpc>
              <a:spcBef>
                <a:spcPts val="500"/>
              </a:spcBef>
              <a:spcAft>
                <a:spcPts val="0"/>
              </a:spcAft>
              <a:buClr>
                <a:schemeClr val="dk2"/>
              </a:buClr>
              <a:buSzPts val="1400"/>
              <a:buFont typeface="Arial"/>
              <a:buNone/>
              <a:defRPr sz="1400"/>
            </a:lvl3pPr>
            <a:lvl4pPr indent="-228600" lvl="3" marL="1828800" algn="l">
              <a:lnSpc>
                <a:spcPct val="120000"/>
              </a:lnSpc>
              <a:spcBef>
                <a:spcPts val="500"/>
              </a:spcBef>
              <a:spcAft>
                <a:spcPts val="0"/>
              </a:spcAft>
              <a:buClr>
                <a:schemeClr val="dk2"/>
              </a:buClr>
              <a:buSzPts val="1200"/>
              <a:buFont typeface="Arial"/>
              <a:buNone/>
              <a:defRPr sz="1200"/>
            </a:lvl4pPr>
            <a:lvl5pPr indent="-228600" lvl="4" marL="2286000" algn="l">
              <a:lnSpc>
                <a:spcPct val="120000"/>
              </a:lnSpc>
              <a:spcBef>
                <a:spcPts val="500"/>
              </a:spcBef>
              <a:spcAft>
                <a:spcPts val="0"/>
              </a:spcAft>
              <a:buClr>
                <a:schemeClr val="dk2"/>
              </a:buClr>
              <a:buSzPts val="1200"/>
              <a:buFont typeface="Arial"/>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0" name="Google Shape;640;p81"/>
          <p:cNvSpPr txBox="1"/>
          <p:nvPr>
            <p:ph idx="11" type="ftr"/>
          </p:nvPr>
        </p:nvSpPr>
        <p:spPr>
          <a:xfrm>
            <a:off x="605430" y="6029867"/>
            <a:ext cx="1911096" cy="3651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1" name="Google Shape;641;p81"/>
          <p:cNvSpPr txBox="1"/>
          <p:nvPr>
            <p:ph idx="10" type="dt"/>
          </p:nvPr>
        </p:nvSpPr>
        <p:spPr>
          <a:xfrm>
            <a:off x="9799320" y="6029867"/>
            <a:ext cx="144176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2" name="Google Shape;642;p81"/>
          <p:cNvSpPr txBox="1"/>
          <p:nvPr>
            <p:ph idx="12" type="sldNum"/>
          </p:nvPr>
        </p:nvSpPr>
        <p:spPr>
          <a:xfrm>
            <a:off x="11233434" y="6029868"/>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rincipal">
  <p:cSld name="PORTADA principal">
    <p:bg>
      <p:bgPr>
        <a:blipFill>
          <a:blip r:embed="rId2">
            <a:alphaModFix/>
          </a:blip>
          <a:stretch>
            <a:fillRect/>
          </a:stretch>
        </a:blipFill>
      </p:bgPr>
    </p:bg>
    <p:spTree>
      <p:nvGrpSpPr>
        <p:cNvPr id="643" name="Shape 643"/>
        <p:cNvGrpSpPr/>
        <p:nvPr/>
      </p:nvGrpSpPr>
      <p:grpSpPr>
        <a:xfrm>
          <a:off x="0" y="0"/>
          <a:ext cx="0" cy="0"/>
          <a:chOff x="0" y="0"/>
          <a:chExt cx="0" cy="0"/>
        </a:xfrm>
      </p:grpSpPr>
      <p:pic>
        <p:nvPicPr>
          <p:cNvPr id="644" name="Google Shape;644;p82"/>
          <p:cNvPicPr preferRelativeResize="0"/>
          <p:nvPr/>
        </p:nvPicPr>
        <p:blipFill rotWithShape="1">
          <a:blip r:embed="rId3">
            <a:alphaModFix/>
          </a:blip>
          <a:srcRect b="0" l="0" r="0" t="0"/>
          <a:stretch/>
        </p:blipFill>
        <p:spPr>
          <a:xfrm>
            <a:off x="11859053" y="1796807"/>
            <a:ext cx="70965" cy="3264387"/>
          </a:xfrm>
          <a:prstGeom prst="rect">
            <a:avLst/>
          </a:prstGeom>
          <a:noFill/>
          <a:ln>
            <a:noFill/>
          </a:ln>
        </p:spPr>
      </p:pic>
      <p:sp>
        <p:nvSpPr>
          <p:cNvPr id="645" name="Google Shape;645;p82"/>
          <p:cNvSpPr/>
          <p:nvPr/>
        </p:nvSpPr>
        <p:spPr>
          <a:xfrm>
            <a:off x="5944993" y="616688"/>
            <a:ext cx="5674686" cy="5667154"/>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646" name="Google Shape;646;p82"/>
          <p:cNvSpPr/>
          <p:nvPr/>
        </p:nvSpPr>
        <p:spPr>
          <a:xfrm>
            <a:off x="6398549" y="2788646"/>
            <a:ext cx="294796" cy="2947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Open Sans Light"/>
              <a:ea typeface="Open Sans Light"/>
              <a:cs typeface="Open Sans Light"/>
              <a:sym typeface="Open Sans Light"/>
            </a:endParaRPr>
          </a:p>
        </p:txBody>
      </p:sp>
      <p:cxnSp>
        <p:nvCxnSpPr>
          <p:cNvPr id="647" name="Google Shape;647;p82"/>
          <p:cNvCxnSpPr/>
          <p:nvPr/>
        </p:nvCxnSpPr>
        <p:spPr>
          <a:xfrm>
            <a:off x="6996223" y="4106486"/>
            <a:ext cx="4114800" cy="0"/>
          </a:xfrm>
          <a:prstGeom prst="straightConnector1">
            <a:avLst/>
          </a:prstGeom>
          <a:noFill/>
          <a:ln cap="flat" cmpd="sng" w="19050">
            <a:solidFill>
              <a:schemeClr val="lt1"/>
            </a:solidFill>
            <a:prstDash val="solid"/>
            <a:miter lim="800000"/>
            <a:headEnd len="sm" w="sm" type="none"/>
            <a:tailEnd len="sm" w="sm" type="none"/>
          </a:ln>
        </p:spPr>
      </p:cxnSp>
      <p:sp>
        <p:nvSpPr>
          <p:cNvPr id="648" name="Google Shape;648;p82"/>
          <p:cNvSpPr txBox="1"/>
          <p:nvPr>
            <p:ph type="title"/>
          </p:nvPr>
        </p:nvSpPr>
        <p:spPr>
          <a:xfrm>
            <a:off x="6915809" y="2601411"/>
            <a:ext cx="4377817" cy="130605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9" name="Google Shape;649;p82"/>
          <p:cNvSpPr txBox="1"/>
          <p:nvPr>
            <p:ph idx="1" type="subTitle"/>
          </p:nvPr>
        </p:nvSpPr>
        <p:spPr>
          <a:xfrm>
            <a:off x="6937285" y="4305507"/>
            <a:ext cx="4356341" cy="614285"/>
          </a:xfrm>
          <a:prstGeom prst="rect">
            <a:avLst/>
          </a:prstGeom>
          <a:noFill/>
          <a:ln>
            <a:noFill/>
          </a:ln>
        </p:spPr>
        <p:txBody>
          <a:bodyPr anchorCtr="0" anchor="t" bIns="0" lIns="0" spcFirstLastPara="1" rIns="0" wrap="square" tIns="0">
            <a:spAutoFit/>
          </a:bodyPr>
          <a:lstStyle>
            <a:lvl1pPr lvl="0" algn="l">
              <a:lnSpc>
                <a:spcPct val="120000"/>
              </a:lnSpc>
              <a:spcBef>
                <a:spcPts val="1000"/>
              </a:spcBef>
              <a:spcAft>
                <a:spcPts val="0"/>
              </a:spcAft>
              <a:buClr>
                <a:schemeClr val="lt1"/>
              </a:buClr>
              <a:buSzPts val="2400"/>
              <a:buChar char="•"/>
              <a:defRPr sz="2400">
                <a:solidFill>
                  <a:schemeClr val="lt1"/>
                </a:solidFill>
                <a:latin typeface="Arial"/>
                <a:ea typeface="Arial"/>
                <a:cs typeface="Arial"/>
                <a:sym typeface="Arial"/>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650" name="Google Shape;650;p82"/>
          <p:cNvPicPr preferRelativeResize="0"/>
          <p:nvPr/>
        </p:nvPicPr>
        <p:blipFill rotWithShape="1">
          <a:blip r:embed="rId4">
            <a:alphaModFix/>
          </a:blip>
          <a:srcRect b="0" l="0" r="0" t="0"/>
          <a:stretch/>
        </p:blipFill>
        <p:spPr>
          <a:xfrm>
            <a:off x="7168812" y="1206961"/>
            <a:ext cx="3375906" cy="54231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5.xml"/><Relationship Id="rId42" Type="http://schemas.openxmlformats.org/officeDocument/2006/relationships/slideLayout" Target="../slideLayouts/slideLayout57.xml"/><Relationship Id="rId41" Type="http://schemas.openxmlformats.org/officeDocument/2006/relationships/slideLayout" Target="../slideLayouts/slideLayout56.xml"/><Relationship Id="rId44" Type="http://schemas.openxmlformats.org/officeDocument/2006/relationships/slideLayout" Target="../slideLayouts/slideLayout59.xml"/><Relationship Id="rId43" Type="http://schemas.openxmlformats.org/officeDocument/2006/relationships/slideLayout" Target="../slideLayouts/slideLayout58.xml"/><Relationship Id="rId46" Type="http://schemas.openxmlformats.org/officeDocument/2006/relationships/slideLayout" Target="../slideLayouts/slideLayout61.xml"/><Relationship Id="rId45" Type="http://schemas.openxmlformats.org/officeDocument/2006/relationships/slideLayout" Target="../slideLayouts/slideLayout60.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48" Type="http://schemas.openxmlformats.org/officeDocument/2006/relationships/slideLayout" Target="../slideLayouts/slideLayout63.xml"/><Relationship Id="rId47" Type="http://schemas.openxmlformats.org/officeDocument/2006/relationships/slideLayout" Target="../slideLayouts/slideLayout62.xml"/><Relationship Id="rId49" Type="http://schemas.openxmlformats.org/officeDocument/2006/relationships/slideLayout" Target="../slideLayouts/slideLayout6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31" Type="http://schemas.openxmlformats.org/officeDocument/2006/relationships/slideLayout" Target="../slideLayouts/slideLayout46.xml"/><Relationship Id="rId30" Type="http://schemas.openxmlformats.org/officeDocument/2006/relationships/slideLayout" Target="../slideLayouts/slideLayout45.xml"/><Relationship Id="rId33" Type="http://schemas.openxmlformats.org/officeDocument/2006/relationships/slideLayout" Target="../slideLayouts/slideLayout48.xml"/><Relationship Id="rId32" Type="http://schemas.openxmlformats.org/officeDocument/2006/relationships/slideLayout" Target="../slideLayouts/slideLayout47.xml"/><Relationship Id="rId35" Type="http://schemas.openxmlformats.org/officeDocument/2006/relationships/slideLayout" Target="../slideLayouts/slideLayout50.xml"/><Relationship Id="rId34" Type="http://schemas.openxmlformats.org/officeDocument/2006/relationships/slideLayout" Target="../slideLayouts/slideLayout49.xml"/><Relationship Id="rId37" Type="http://schemas.openxmlformats.org/officeDocument/2006/relationships/slideLayout" Target="../slideLayouts/slideLayout52.xml"/><Relationship Id="rId36" Type="http://schemas.openxmlformats.org/officeDocument/2006/relationships/slideLayout" Target="../slideLayouts/slideLayout51.xml"/><Relationship Id="rId39" Type="http://schemas.openxmlformats.org/officeDocument/2006/relationships/slideLayout" Target="../slideLayouts/slideLayout54.xml"/><Relationship Id="rId38" Type="http://schemas.openxmlformats.org/officeDocument/2006/relationships/slideLayout" Target="../slideLayouts/slideLayout53.xml"/><Relationship Id="rId62" Type="http://schemas.openxmlformats.org/officeDocument/2006/relationships/slideLayout" Target="../slideLayouts/slideLayout77.xml"/><Relationship Id="rId61" Type="http://schemas.openxmlformats.org/officeDocument/2006/relationships/slideLayout" Target="../slideLayouts/slideLayout76.xml"/><Relationship Id="rId20" Type="http://schemas.openxmlformats.org/officeDocument/2006/relationships/slideLayout" Target="../slideLayouts/slideLayout35.xml"/><Relationship Id="rId64" Type="http://schemas.openxmlformats.org/officeDocument/2006/relationships/slideLayout" Target="../slideLayouts/slideLayout79.xml"/><Relationship Id="rId63" Type="http://schemas.openxmlformats.org/officeDocument/2006/relationships/slideLayout" Target="../slideLayouts/slideLayout78.xml"/><Relationship Id="rId22" Type="http://schemas.openxmlformats.org/officeDocument/2006/relationships/slideLayout" Target="../slideLayouts/slideLayout37.xml"/><Relationship Id="rId66" Type="http://schemas.openxmlformats.org/officeDocument/2006/relationships/theme" Target="../theme/theme1.xml"/><Relationship Id="rId21" Type="http://schemas.openxmlformats.org/officeDocument/2006/relationships/slideLayout" Target="../slideLayouts/slideLayout36.xml"/><Relationship Id="rId65" Type="http://schemas.openxmlformats.org/officeDocument/2006/relationships/slideLayout" Target="../slideLayouts/slideLayout80.xml"/><Relationship Id="rId24" Type="http://schemas.openxmlformats.org/officeDocument/2006/relationships/slideLayout" Target="../slideLayouts/slideLayout39.xml"/><Relationship Id="rId23" Type="http://schemas.openxmlformats.org/officeDocument/2006/relationships/slideLayout" Target="../slideLayouts/slideLayout38.xml"/><Relationship Id="rId60" Type="http://schemas.openxmlformats.org/officeDocument/2006/relationships/slideLayout" Target="../slideLayouts/slideLayout75.xml"/><Relationship Id="rId26" Type="http://schemas.openxmlformats.org/officeDocument/2006/relationships/slideLayout" Target="../slideLayouts/slideLayout41.xml"/><Relationship Id="rId25" Type="http://schemas.openxmlformats.org/officeDocument/2006/relationships/slideLayout" Target="../slideLayouts/slideLayout40.xml"/><Relationship Id="rId28" Type="http://schemas.openxmlformats.org/officeDocument/2006/relationships/slideLayout" Target="../slideLayouts/slideLayout43.xml"/><Relationship Id="rId27" Type="http://schemas.openxmlformats.org/officeDocument/2006/relationships/slideLayout" Target="../slideLayouts/slideLayout42.xml"/><Relationship Id="rId29" Type="http://schemas.openxmlformats.org/officeDocument/2006/relationships/slideLayout" Target="../slideLayouts/slideLayout44.xml"/><Relationship Id="rId51" Type="http://schemas.openxmlformats.org/officeDocument/2006/relationships/slideLayout" Target="../slideLayouts/slideLayout66.xml"/><Relationship Id="rId50" Type="http://schemas.openxmlformats.org/officeDocument/2006/relationships/slideLayout" Target="../slideLayouts/slideLayout65.xml"/><Relationship Id="rId53" Type="http://schemas.openxmlformats.org/officeDocument/2006/relationships/slideLayout" Target="../slideLayouts/slideLayout68.xml"/><Relationship Id="rId52" Type="http://schemas.openxmlformats.org/officeDocument/2006/relationships/slideLayout" Target="../slideLayouts/slideLayout67.xml"/><Relationship Id="rId11" Type="http://schemas.openxmlformats.org/officeDocument/2006/relationships/slideLayout" Target="../slideLayouts/slideLayout26.xml"/><Relationship Id="rId55" Type="http://schemas.openxmlformats.org/officeDocument/2006/relationships/slideLayout" Target="../slideLayouts/slideLayout70.xml"/><Relationship Id="rId10" Type="http://schemas.openxmlformats.org/officeDocument/2006/relationships/slideLayout" Target="../slideLayouts/slideLayout25.xml"/><Relationship Id="rId54" Type="http://schemas.openxmlformats.org/officeDocument/2006/relationships/slideLayout" Target="../slideLayouts/slideLayout69.xml"/><Relationship Id="rId13" Type="http://schemas.openxmlformats.org/officeDocument/2006/relationships/slideLayout" Target="../slideLayouts/slideLayout28.xml"/><Relationship Id="rId57" Type="http://schemas.openxmlformats.org/officeDocument/2006/relationships/slideLayout" Target="../slideLayouts/slideLayout72.xml"/><Relationship Id="rId12" Type="http://schemas.openxmlformats.org/officeDocument/2006/relationships/slideLayout" Target="../slideLayouts/slideLayout27.xml"/><Relationship Id="rId56" Type="http://schemas.openxmlformats.org/officeDocument/2006/relationships/slideLayout" Target="../slideLayouts/slideLayout71.xml"/><Relationship Id="rId15" Type="http://schemas.openxmlformats.org/officeDocument/2006/relationships/slideLayout" Target="../slideLayouts/slideLayout30.xml"/><Relationship Id="rId59" Type="http://schemas.openxmlformats.org/officeDocument/2006/relationships/slideLayout" Target="../slideLayouts/slideLayout74.xml"/><Relationship Id="rId14" Type="http://schemas.openxmlformats.org/officeDocument/2006/relationships/slideLayout" Target="../slideLayouts/slideLayout29.xml"/><Relationship Id="rId58" Type="http://schemas.openxmlformats.org/officeDocument/2006/relationships/slideLayout" Target="../slideLayouts/slideLayout73.xml"/><Relationship Id="rId17" Type="http://schemas.openxmlformats.org/officeDocument/2006/relationships/slideLayout" Target="../slideLayouts/slideLayout32.xml"/><Relationship Id="rId16" Type="http://schemas.openxmlformats.org/officeDocument/2006/relationships/slideLayout" Target="../slideLayouts/slideLayout31.xml"/><Relationship Id="rId19" Type="http://schemas.openxmlformats.org/officeDocument/2006/relationships/slideLayout" Target="../slideLayouts/slideLayout34.xml"/><Relationship Id="rId1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venir"/>
              <a:buNone/>
              <a:defRPr b="0" i="0" sz="4400" u="none" cap="none" strike="noStrik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1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11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venir"/>
                <a:ea typeface="Avenir"/>
                <a:cs typeface="Avenir"/>
                <a:sym typeface="Avenir"/>
              </a:defRPr>
            </a:lvl1pPr>
            <a:lvl2pPr indent="0" lvl="1" marL="0" marR="0" rtl="0" algn="r">
              <a:spcBef>
                <a:spcPts val="0"/>
              </a:spcBef>
              <a:buNone/>
              <a:defRPr b="0" i="0" sz="1200" u="none" cap="none" strike="noStrike">
                <a:solidFill>
                  <a:srgbClr val="888888"/>
                </a:solidFill>
                <a:latin typeface="Avenir"/>
                <a:ea typeface="Avenir"/>
                <a:cs typeface="Avenir"/>
                <a:sym typeface="Avenir"/>
              </a:defRPr>
            </a:lvl2pPr>
            <a:lvl3pPr indent="0" lvl="2" marL="0" marR="0" rtl="0" algn="r">
              <a:spcBef>
                <a:spcPts val="0"/>
              </a:spcBef>
              <a:buNone/>
              <a:defRPr b="0" i="0" sz="1200" u="none" cap="none" strike="noStrike">
                <a:solidFill>
                  <a:srgbClr val="888888"/>
                </a:solidFill>
                <a:latin typeface="Avenir"/>
                <a:ea typeface="Avenir"/>
                <a:cs typeface="Avenir"/>
                <a:sym typeface="Avenir"/>
              </a:defRPr>
            </a:lvl3pPr>
            <a:lvl4pPr indent="0" lvl="3" marL="0" marR="0" rtl="0" algn="r">
              <a:spcBef>
                <a:spcPts val="0"/>
              </a:spcBef>
              <a:buNone/>
              <a:defRPr b="0" i="0" sz="1200" u="none" cap="none" strike="noStrike">
                <a:solidFill>
                  <a:srgbClr val="888888"/>
                </a:solidFill>
                <a:latin typeface="Avenir"/>
                <a:ea typeface="Avenir"/>
                <a:cs typeface="Avenir"/>
                <a:sym typeface="Avenir"/>
              </a:defRPr>
            </a:lvl4pPr>
            <a:lvl5pPr indent="0" lvl="4" marL="0" marR="0" rtl="0" algn="r">
              <a:spcBef>
                <a:spcPts val="0"/>
              </a:spcBef>
              <a:buNone/>
              <a:defRPr b="0" i="0" sz="1200" u="none" cap="none" strike="noStrike">
                <a:solidFill>
                  <a:srgbClr val="888888"/>
                </a:solidFill>
                <a:latin typeface="Avenir"/>
                <a:ea typeface="Avenir"/>
                <a:cs typeface="Avenir"/>
                <a:sym typeface="Avenir"/>
              </a:defRPr>
            </a:lvl5pPr>
            <a:lvl6pPr indent="0" lvl="5" marL="0" marR="0" rtl="0" algn="r">
              <a:spcBef>
                <a:spcPts val="0"/>
              </a:spcBef>
              <a:buNone/>
              <a:defRPr b="0" i="0" sz="1200" u="none" cap="none" strike="noStrike">
                <a:solidFill>
                  <a:srgbClr val="888888"/>
                </a:solidFill>
                <a:latin typeface="Avenir"/>
                <a:ea typeface="Avenir"/>
                <a:cs typeface="Avenir"/>
                <a:sym typeface="Avenir"/>
              </a:defRPr>
            </a:lvl6pPr>
            <a:lvl7pPr indent="0" lvl="6" marL="0" marR="0" rtl="0" algn="r">
              <a:spcBef>
                <a:spcPts val="0"/>
              </a:spcBef>
              <a:buNone/>
              <a:defRPr b="0" i="0" sz="1200" u="none" cap="none" strike="noStrike">
                <a:solidFill>
                  <a:srgbClr val="888888"/>
                </a:solidFill>
                <a:latin typeface="Avenir"/>
                <a:ea typeface="Avenir"/>
                <a:cs typeface="Avenir"/>
                <a:sym typeface="Avenir"/>
              </a:defRPr>
            </a:lvl7pPr>
            <a:lvl8pPr indent="0" lvl="7" marL="0" marR="0" rtl="0" algn="r">
              <a:spcBef>
                <a:spcPts val="0"/>
              </a:spcBef>
              <a:buNone/>
              <a:defRPr b="0" i="0" sz="1200" u="none" cap="none" strike="noStrike">
                <a:solidFill>
                  <a:srgbClr val="888888"/>
                </a:solidFill>
                <a:latin typeface="Avenir"/>
                <a:ea typeface="Avenir"/>
                <a:cs typeface="Avenir"/>
                <a:sym typeface="Avenir"/>
              </a:defRPr>
            </a:lvl8pPr>
            <a:lvl9pPr indent="0" lvl="8" marL="0" marR="0" rtl="0" algn="r">
              <a:spcBef>
                <a:spcPts val="0"/>
              </a:spcBef>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cxnSp>
        <p:nvCxnSpPr>
          <p:cNvPr id="139" name="Google Shape;139;p17"/>
          <p:cNvCxnSpPr/>
          <p:nvPr/>
        </p:nvCxnSpPr>
        <p:spPr>
          <a:xfrm rot="10800000">
            <a:off x="722427" y="6212437"/>
            <a:ext cx="10808612" cy="0"/>
          </a:xfrm>
          <a:prstGeom prst="straightConnector1">
            <a:avLst/>
          </a:prstGeom>
          <a:noFill/>
          <a:ln cap="flat" cmpd="sng" w="12700">
            <a:solidFill>
              <a:schemeClr val="dk2">
                <a:alpha val="50196"/>
              </a:schemeClr>
            </a:solidFill>
            <a:prstDash val="solid"/>
            <a:miter lim="800000"/>
            <a:headEnd len="sm" w="sm" type="none"/>
            <a:tailEnd len="sm" w="sm" type="none"/>
          </a:ln>
        </p:spPr>
      </p:cxnSp>
      <p:sp>
        <p:nvSpPr>
          <p:cNvPr id="140" name="Google Shape;140;p17"/>
          <p:cNvSpPr txBox="1"/>
          <p:nvPr>
            <p:ph type="title"/>
          </p:nvPr>
        </p:nvSpPr>
        <p:spPr>
          <a:xfrm>
            <a:off x="603504" y="351270"/>
            <a:ext cx="10981137" cy="1239720"/>
          </a:xfrm>
          <a:prstGeom prst="rect">
            <a:avLst/>
          </a:prstGeom>
          <a:solidFill>
            <a:schemeClr val="lt1"/>
          </a:solidFill>
          <a:ln>
            <a:noFill/>
          </a:ln>
        </p:spPr>
        <p:txBody>
          <a:bodyPr anchorCtr="0" anchor="b" bIns="137150" lIns="91425" spcFirstLastPara="1" rIns="91425" wrap="square" tIns="45700">
            <a:normAutofit/>
          </a:bodyPr>
          <a:lstStyle>
            <a:lvl1pPr lvl="0" marR="0" rtl="0" algn="l">
              <a:lnSpc>
                <a:spcPct val="100000"/>
              </a:lnSpc>
              <a:spcBef>
                <a:spcPts val="0"/>
              </a:spcBef>
              <a:spcAft>
                <a:spcPts val="0"/>
              </a:spcAft>
              <a:buClr>
                <a:schemeClr val="accent5"/>
              </a:buClr>
              <a:buSzPts val="2800"/>
              <a:buFont typeface="Oswald SemiBold"/>
              <a:buNone/>
              <a:defRPr b="0" i="0" sz="2800" u="none" cap="none" strike="noStrike">
                <a:solidFill>
                  <a:schemeClr val="accent5"/>
                </a:solidFill>
                <a:latin typeface="Oswald SemiBold"/>
                <a:ea typeface="Oswald SemiBold"/>
                <a:cs typeface="Oswald SemiBold"/>
                <a:sym typeface="Oswald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1" name="Google Shape;141;p17"/>
          <p:cNvSpPr txBox="1"/>
          <p:nvPr>
            <p:ph idx="1" type="body"/>
          </p:nvPr>
        </p:nvSpPr>
        <p:spPr>
          <a:xfrm>
            <a:off x="605431" y="1745956"/>
            <a:ext cx="10981137" cy="3983463"/>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1000"/>
              </a:spcBef>
              <a:spcAft>
                <a:spcPts val="0"/>
              </a:spcAft>
              <a:buClr>
                <a:schemeClr val="dk2"/>
              </a:buClr>
              <a:buSzPts val="1400"/>
              <a:buFont typeface="Arial"/>
              <a:buChar char="•"/>
              <a:defRPr b="0" i="0" sz="1400" u="none" cap="none" strike="noStrike">
                <a:solidFill>
                  <a:schemeClr val="dk2"/>
                </a:solidFill>
                <a:latin typeface="Open Sans Light"/>
                <a:ea typeface="Open Sans Light"/>
                <a:cs typeface="Open Sans Light"/>
                <a:sym typeface="Open Sans Light"/>
              </a:defRPr>
            </a:lvl1pPr>
            <a:lvl2pPr indent="-317500" lvl="1" marL="914400" marR="0" rtl="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Open Sans Light"/>
                <a:ea typeface="Open Sans Light"/>
                <a:cs typeface="Open Sans Light"/>
                <a:sym typeface="Open Sans Light"/>
              </a:defRPr>
            </a:lvl2pPr>
            <a:lvl3pPr indent="-317500" lvl="2" marL="1371600" marR="0" rtl="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Open Sans Light"/>
                <a:ea typeface="Open Sans Light"/>
                <a:cs typeface="Open Sans Light"/>
                <a:sym typeface="Open Sans Light"/>
              </a:defRPr>
            </a:lvl3pPr>
            <a:lvl4pPr indent="-304800" lvl="3" marL="1828800" marR="0" rtl="0" algn="l">
              <a:lnSpc>
                <a:spcPct val="120000"/>
              </a:lnSpc>
              <a:spcBef>
                <a:spcPts val="500"/>
              </a:spcBef>
              <a:spcAft>
                <a:spcPts val="0"/>
              </a:spcAft>
              <a:buClr>
                <a:schemeClr val="dk2"/>
              </a:buClr>
              <a:buSzPts val="1200"/>
              <a:buFont typeface="Arial"/>
              <a:buChar char="•"/>
              <a:defRPr b="0" i="0" sz="1200" u="none" cap="none" strike="noStrike">
                <a:solidFill>
                  <a:schemeClr val="dk2"/>
                </a:solidFill>
                <a:latin typeface="Open Sans Light"/>
                <a:ea typeface="Open Sans Light"/>
                <a:cs typeface="Open Sans Light"/>
                <a:sym typeface="Open Sans Light"/>
              </a:defRPr>
            </a:lvl4pPr>
            <a:lvl5pPr indent="-304800" lvl="4" marL="2286000" marR="0" rtl="0" algn="l">
              <a:lnSpc>
                <a:spcPct val="120000"/>
              </a:lnSpc>
              <a:spcBef>
                <a:spcPts val="500"/>
              </a:spcBef>
              <a:spcAft>
                <a:spcPts val="0"/>
              </a:spcAft>
              <a:buClr>
                <a:schemeClr val="dk2"/>
              </a:buClr>
              <a:buSzPts val="1200"/>
              <a:buFont typeface="Arial"/>
              <a:buChar char="•"/>
              <a:defRPr b="0" i="0" sz="1200" u="none" cap="none" strike="noStrike">
                <a:solidFill>
                  <a:schemeClr val="dk2"/>
                </a:solidFill>
                <a:latin typeface="Open Sans Light"/>
                <a:ea typeface="Open Sans Light"/>
                <a:cs typeface="Open Sans Light"/>
                <a:sym typeface="Open Sa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9pPr>
          </a:lstStyle>
          <a:p/>
        </p:txBody>
      </p:sp>
      <p:sp>
        <p:nvSpPr>
          <p:cNvPr id="142" name="Google Shape;142;p17"/>
          <p:cNvSpPr txBox="1"/>
          <p:nvPr>
            <p:ph idx="11" type="ftr"/>
          </p:nvPr>
        </p:nvSpPr>
        <p:spPr>
          <a:xfrm>
            <a:off x="605430" y="6029868"/>
            <a:ext cx="1911096" cy="365125"/>
          </a:xfrm>
          <a:prstGeom prst="rect">
            <a:avLst/>
          </a:prstGeom>
          <a:solidFill>
            <a:schemeClr val="lt1"/>
          </a:solid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900" cap="none">
                <a:solidFill>
                  <a:schemeClr val="dk2"/>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43" name="Google Shape;143;p17"/>
          <p:cNvSpPr txBox="1"/>
          <p:nvPr>
            <p:ph idx="10" type="dt"/>
          </p:nvPr>
        </p:nvSpPr>
        <p:spPr>
          <a:xfrm>
            <a:off x="10058400" y="6029868"/>
            <a:ext cx="1182686" cy="365125"/>
          </a:xfrm>
          <a:prstGeom prst="rect">
            <a:avLst/>
          </a:prstGeom>
          <a:solidFill>
            <a:schemeClr val="lt1"/>
          </a:solid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900" cap="none">
                <a:solidFill>
                  <a:schemeClr val="dk2"/>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44" name="Google Shape;144;p17"/>
          <p:cNvSpPr txBox="1"/>
          <p:nvPr>
            <p:ph idx="12" type="sldNum"/>
          </p:nvPr>
        </p:nvSpPr>
        <p:spPr>
          <a:xfrm>
            <a:off x="11233434" y="6029868"/>
            <a:ext cx="429372" cy="365125"/>
          </a:xfrm>
          <a:prstGeom prst="rect">
            <a:avLst/>
          </a:prstGeom>
          <a:solidFill>
            <a:schemeClr val="lt1"/>
          </a:solidFill>
          <a:ln>
            <a:noFill/>
          </a:ln>
        </p:spPr>
        <p:txBody>
          <a:bodyPr anchorCtr="0" anchor="ctr" bIns="45700" lIns="91425" spcFirstLastPara="1" rIns="91425" wrap="square" tIns="45700">
            <a:noAutofit/>
          </a:bodyPr>
          <a:lstStyle>
            <a:lvl1pPr indent="0" lvl="0" marL="0" marR="0" rtl="0" algn="r">
              <a:spcBef>
                <a:spcPts val="0"/>
              </a:spcBef>
              <a:buNone/>
              <a:defRPr sz="900" cap="none">
                <a:solidFill>
                  <a:schemeClr val="dk2"/>
                </a:solidFill>
                <a:latin typeface="Open Sans Light"/>
                <a:ea typeface="Open Sans Light"/>
                <a:cs typeface="Open Sans Light"/>
                <a:sym typeface="Open Sans Light"/>
              </a:defRPr>
            </a:lvl1pPr>
            <a:lvl2pPr indent="0" lvl="1" marL="0" marR="0" rtl="0" algn="r">
              <a:spcBef>
                <a:spcPts val="0"/>
              </a:spcBef>
              <a:buNone/>
              <a:defRPr sz="900" cap="none">
                <a:solidFill>
                  <a:schemeClr val="dk2"/>
                </a:solidFill>
                <a:latin typeface="Open Sans Light"/>
                <a:ea typeface="Open Sans Light"/>
                <a:cs typeface="Open Sans Light"/>
                <a:sym typeface="Open Sans Light"/>
              </a:defRPr>
            </a:lvl2pPr>
            <a:lvl3pPr indent="0" lvl="2" marL="0" marR="0" rtl="0" algn="r">
              <a:spcBef>
                <a:spcPts val="0"/>
              </a:spcBef>
              <a:buNone/>
              <a:defRPr sz="900" cap="none">
                <a:solidFill>
                  <a:schemeClr val="dk2"/>
                </a:solidFill>
                <a:latin typeface="Open Sans Light"/>
                <a:ea typeface="Open Sans Light"/>
                <a:cs typeface="Open Sans Light"/>
                <a:sym typeface="Open Sans Light"/>
              </a:defRPr>
            </a:lvl3pPr>
            <a:lvl4pPr indent="0" lvl="3" marL="0" marR="0" rtl="0" algn="r">
              <a:spcBef>
                <a:spcPts val="0"/>
              </a:spcBef>
              <a:buNone/>
              <a:defRPr sz="900" cap="none">
                <a:solidFill>
                  <a:schemeClr val="dk2"/>
                </a:solidFill>
                <a:latin typeface="Open Sans Light"/>
                <a:ea typeface="Open Sans Light"/>
                <a:cs typeface="Open Sans Light"/>
                <a:sym typeface="Open Sans Light"/>
              </a:defRPr>
            </a:lvl4pPr>
            <a:lvl5pPr indent="0" lvl="4" marL="0" marR="0" rtl="0" algn="r">
              <a:spcBef>
                <a:spcPts val="0"/>
              </a:spcBef>
              <a:buNone/>
              <a:defRPr sz="900" cap="none">
                <a:solidFill>
                  <a:schemeClr val="dk2"/>
                </a:solidFill>
                <a:latin typeface="Open Sans Light"/>
                <a:ea typeface="Open Sans Light"/>
                <a:cs typeface="Open Sans Light"/>
                <a:sym typeface="Open Sans Light"/>
              </a:defRPr>
            </a:lvl5pPr>
            <a:lvl6pPr indent="0" lvl="5" marL="0" marR="0" rtl="0" algn="r">
              <a:spcBef>
                <a:spcPts val="0"/>
              </a:spcBef>
              <a:buNone/>
              <a:defRPr sz="900" cap="none">
                <a:solidFill>
                  <a:schemeClr val="dk2"/>
                </a:solidFill>
                <a:latin typeface="Open Sans Light"/>
                <a:ea typeface="Open Sans Light"/>
                <a:cs typeface="Open Sans Light"/>
                <a:sym typeface="Open Sans Light"/>
              </a:defRPr>
            </a:lvl6pPr>
            <a:lvl7pPr indent="0" lvl="6" marL="0" marR="0" rtl="0" algn="r">
              <a:spcBef>
                <a:spcPts val="0"/>
              </a:spcBef>
              <a:buNone/>
              <a:defRPr sz="900" cap="none">
                <a:solidFill>
                  <a:schemeClr val="dk2"/>
                </a:solidFill>
                <a:latin typeface="Open Sans Light"/>
                <a:ea typeface="Open Sans Light"/>
                <a:cs typeface="Open Sans Light"/>
                <a:sym typeface="Open Sans Light"/>
              </a:defRPr>
            </a:lvl7pPr>
            <a:lvl8pPr indent="0" lvl="7" marL="0" marR="0" rtl="0" algn="r">
              <a:spcBef>
                <a:spcPts val="0"/>
              </a:spcBef>
              <a:buNone/>
              <a:defRPr sz="900" cap="none">
                <a:solidFill>
                  <a:schemeClr val="dk2"/>
                </a:solidFill>
                <a:latin typeface="Open Sans Light"/>
                <a:ea typeface="Open Sans Light"/>
                <a:cs typeface="Open Sans Light"/>
                <a:sym typeface="Open Sans Light"/>
              </a:defRPr>
            </a:lvl8pPr>
            <a:lvl9pPr indent="0" lvl="8" marL="0" marR="0" rtl="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 id="2147483721" r:id="rId59"/>
    <p:sldLayoutId id="2147483722" r:id="rId60"/>
    <p:sldLayoutId id="2147483723" r:id="rId61"/>
    <p:sldLayoutId id="2147483724" r:id="rId62"/>
    <p:sldLayoutId id="2147483725" r:id="rId63"/>
    <p:sldLayoutId id="2147483726" r:id="rId64"/>
    <p:sldLayoutId id="2147483727" r:id="rId6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4" pos="2160">
          <p15:clr>
            <a:srgbClr val="F26B43"/>
          </p15:clr>
        </p15:guide>
        <p15:guide id="15" pos="5520">
          <p15:clr>
            <a:srgbClr val="F26B43"/>
          </p15:clr>
        </p15:guide>
        <p15:guide id="16" pos="5952">
          <p15:clr>
            <a:srgbClr val="F26B43"/>
          </p15:clr>
        </p15:guide>
        <p15:guide id="17" pos="6384">
          <p15:clr>
            <a:srgbClr val="F26B43"/>
          </p15:clr>
        </p15:guide>
        <p15:guide id="18" pos="6816">
          <p15:clr>
            <a:srgbClr val="F26B43"/>
          </p15:clr>
        </p15:guide>
        <p15:guide id="19" pos="7248">
          <p15:clr>
            <a:srgbClr val="F26B43"/>
          </p15:clr>
        </p15:guide>
        <p15:guide id="20" pos="5088">
          <p15:clr>
            <a:srgbClr val="F26B43"/>
          </p15:clr>
        </p15:guide>
        <p15:guide id="21" pos="4656">
          <p15:clr>
            <a:srgbClr val="F26B43"/>
          </p15:clr>
        </p15:guide>
        <p15:guide id="22" pos="4224">
          <p15:clr>
            <a:srgbClr val="F26B43"/>
          </p15:clr>
        </p15:guide>
        <p15:guide id="23" pos="2592">
          <p15:clr>
            <a:srgbClr val="F26B43"/>
          </p15:clr>
        </p15:guide>
        <p15:guide id="24" pos="3024">
          <p15:clr>
            <a:srgbClr val="F26B43"/>
          </p15:clr>
        </p15:guide>
        <p15:guide id="25" pos="3456">
          <p15:clr>
            <a:srgbClr val="F26B43"/>
          </p15:clr>
        </p15:guide>
        <p15:guide id="26"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jpg"/><Relationship Id="rId5"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descr="Educación en E-Learning" id="656" name="Google Shape;656;p83"/>
          <p:cNvPicPr preferRelativeResize="0"/>
          <p:nvPr/>
        </p:nvPicPr>
        <p:blipFill rotWithShape="1">
          <a:blip r:embed="rId3">
            <a:alphaModFix/>
          </a:blip>
          <a:srcRect b="0" l="0" r="0" t="0"/>
          <a:stretch/>
        </p:blipFill>
        <p:spPr>
          <a:xfrm>
            <a:off x="774521" y="1845260"/>
            <a:ext cx="5323690" cy="3995291"/>
          </a:xfrm>
          <a:prstGeom prst="rect">
            <a:avLst/>
          </a:prstGeom>
          <a:noFill/>
          <a:ln>
            <a:noFill/>
          </a:ln>
        </p:spPr>
      </p:pic>
      <p:sp>
        <p:nvSpPr>
          <p:cNvPr id="657" name="Google Shape;657;p83"/>
          <p:cNvSpPr txBox="1"/>
          <p:nvPr>
            <p:ph idx="1" type="body"/>
          </p:nvPr>
        </p:nvSpPr>
        <p:spPr>
          <a:xfrm>
            <a:off x="7068605" y="1964022"/>
            <a:ext cx="4916775" cy="1539513"/>
          </a:xfrm>
          <a:prstGeom prst="rect">
            <a:avLst/>
          </a:prstGeom>
          <a:noFill/>
          <a:ln>
            <a:noFill/>
          </a:ln>
        </p:spPr>
        <p:txBody>
          <a:bodyPr anchorCtr="0" anchor="b" bIns="45700" lIns="91425" spcFirstLastPara="1" rIns="91425" wrap="square" tIns="45700">
            <a:normAutofit fontScale="25000" lnSpcReduction="20000"/>
          </a:bodyPr>
          <a:lstStyle/>
          <a:p>
            <a:pPr indent="-228600" lvl="0" marL="228600" rtl="0" algn="l">
              <a:lnSpc>
                <a:spcPct val="120000"/>
              </a:lnSpc>
              <a:spcBef>
                <a:spcPts val="0"/>
              </a:spcBef>
              <a:spcAft>
                <a:spcPts val="0"/>
              </a:spcAft>
              <a:buClr>
                <a:schemeClr val="dk1"/>
              </a:buClr>
              <a:buSzPct val="100000"/>
              <a:buChar char="•"/>
            </a:pPr>
            <a:r>
              <a:rPr lang="en-US"/>
              <a:t>Aplicación práctica en sistema de gestión bibliotecaria unilib</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177800" lvl="0" marL="228600" rtl="0" algn="l">
              <a:lnSpc>
                <a:spcPct val="120000"/>
              </a:lnSpc>
              <a:spcBef>
                <a:spcPts val="1000"/>
              </a:spcBef>
              <a:spcAft>
                <a:spcPts val="0"/>
              </a:spcAft>
              <a:buClr>
                <a:schemeClr val="dk1"/>
              </a:buClr>
              <a:buSzPct val="100000"/>
              <a:buNone/>
            </a:pPr>
            <a:r>
              <a:t/>
            </a:r>
            <a:endParaRPr/>
          </a:p>
          <a:p>
            <a:pPr indent="-228600" lvl="0" marL="228600" rtl="0" algn="l">
              <a:lnSpc>
                <a:spcPct val="120000"/>
              </a:lnSpc>
              <a:spcBef>
                <a:spcPts val="1000"/>
              </a:spcBef>
              <a:spcAft>
                <a:spcPts val="0"/>
              </a:spcAft>
              <a:buClr>
                <a:srgbClr val="0070C0"/>
              </a:buClr>
              <a:buSzPct val="100000"/>
              <a:buChar char="•"/>
            </a:pPr>
            <a:r>
              <a:rPr lang="en-US" sz="7200">
                <a:solidFill>
                  <a:srgbClr val="0070C0"/>
                </a:solidFill>
                <a:latin typeface="Avenir"/>
                <a:ea typeface="Avenir"/>
                <a:cs typeface="Avenir"/>
                <a:sym typeface="Avenir"/>
              </a:rPr>
              <a:t>Estudiantes:</a:t>
            </a:r>
            <a:endParaRPr/>
          </a:p>
          <a:p>
            <a:pPr indent="-285750" lvl="0" marL="285750" rtl="0" algn="l">
              <a:lnSpc>
                <a:spcPct val="120000"/>
              </a:lnSpc>
              <a:spcBef>
                <a:spcPts val="1000"/>
              </a:spcBef>
              <a:spcAft>
                <a:spcPts val="0"/>
              </a:spcAft>
              <a:buClr>
                <a:srgbClr val="0070C0"/>
              </a:buClr>
              <a:buSzPct val="100000"/>
              <a:buFont typeface="Arial"/>
              <a:buChar char="•"/>
            </a:pPr>
            <a:r>
              <a:rPr lang="en-US" sz="7200">
                <a:solidFill>
                  <a:srgbClr val="0070C0"/>
                </a:solidFill>
                <a:latin typeface="Avenir"/>
                <a:ea typeface="Avenir"/>
                <a:cs typeface="Avenir"/>
                <a:sym typeface="Avenir"/>
              </a:rPr>
              <a:t>Almendra Gónzalez</a:t>
            </a:r>
            <a:endParaRPr b="1" sz="7200">
              <a:solidFill>
                <a:srgbClr val="0070C0"/>
              </a:solidFill>
              <a:latin typeface="Avenir"/>
              <a:ea typeface="Avenir"/>
              <a:cs typeface="Avenir"/>
              <a:sym typeface="Avenir"/>
            </a:endParaRPr>
          </a:p>
          <a:p>
            <a:pPr indent="-285750" lvl="0" marL="285750" rtl="0" algn="l">
              <a:lnSpc>
                <a:spcPct val="120000"/>
              </a:lnSpc>
              <a:spcBef>
                <a:spcPts val="1000"/>
              </a:spcBef>
              <a:spcAft>
                <a:spcPts val="0"/>
              </a:spcAft>
              <a:buClr>
                <a:srgbClr val="0070C0"/>
              </a:buClr>
              <a:buSzPct val="100000"/>
              <a:buFont typeface="Arial"/>
              <a:buChar char="•"/>
            </a:pPr>
            <a:r>
              <a:rPr lang="en-US" sz="7200">
                <a:solidFill>
                  <a:srgbClr val="0070C0"/>
                </a:solidFill>
                <a:latin typeface="Avenir"/>
                <a:ea typeface="Avenir"/>
                <a:cs typeface="Avenir"/>
                <a:sym typeface="Avenir"/>
              </a:rPr>
              <a:t>David Miranda</a:t>
            </a:r>
            <a:endParaRPr sz="7200">
              <a:solidFill>
                <a:srgbClr val="0070C0"/>
              </a:solidFill>
              <a:latin typeface="Avenir"/>
              <a:ea typeface="Avenir"/>
              <a:cs typeface="Avenir"/>
              <a:sym typeface="Avenir"/>
            </a:endParaRPr>
          </a:p>
          <a:p>
            <a:pPr indent="-285750" lvl="0" marL="285750" rtl="0" algn="l">
              <a:lnSpc>
                <a:spcPct val="120000"/>
              </a:lnSpc>
              <a:spcBef>
                <a:spcPts val="1000"/>
              </a:spcBef>
              <a:spcAft>
                <a:spcPts val="0"/>
              </a:spcAft>
              <a:buClr>
                <a:srgbClr val="0070C0"/>
              </a:buClr>
              <a:buSzPct val="100000"/>
              <a:buFont typeface="Arial"/>
              <a:buChar char="•"/>
            </a:pPr>
            <a:r>
              <a:rPr lang="en-US" sz="7200">
                <a:solidFill>
                  <a:srgbClr val="0070C0"/>
                </a:solidFill>
                <a:latin typeface="Avenir"/>
                <a:ea typeface="Avenir"/>
                <a:cs typeface="Avenir"/>
                <a:sym typeface="Avenir"/>
              </a:rPr>
              <a:t>Angela Anhuaman</a:t>
            </a:r>
            <a:endParaRPr sz="7200">
              <a:solidFill>
                <a:srgbClr val="0070C0"/>
              </a:solidFill>
              <a:latin typeface="Avenir"/>
              <a:ea typeface="Avenir"/>
              <a:cs typeface="Avenir"/>
              <a:sym typeface="Avenir"/>
            </a:endParaRPr>
          </a:p>
        </p:txBody>
      </p:sp>
      <p:sp>
        <p:nvSpPr>
          <p:cNvPr id="658" name="Google Shape;658;p83"/>
          <p:cNvSpPr txBox="1"/>
          <p:nvPr>
            <p:ph idx="4294967295" type="ctrTitle"/>
          </p:nvPr>
        </p:nvSpPr>
        <p:spPr>
          <a:xfrm>
            <a:off x="-1566" y="294149"/>
            <a:ext cx="11905923" cy="1547215"/>
          </a:xfrm>
          <a:prstGeom prst="rect">
            <a:avLst/>
          </a:prstGeom>
          <a:solidFill>
            <a:schemeClr val="lt1"/>
          </a:solidFill>
          <a:ln>
            <a:noFill/>
          </a:ln>
        </p:spPr>
        <p:txBody>
          <a:bodyPr anchorCtr="0" anchor="b" bIns="137150" lIns="91425" spcFirstLastPara="1" rIns="91425" wrap="square" tIns="45700">
            <a:normAutofit fontScale="90000"/>
          </a:bodyPr>
          <a:lstStyle/>
          <a:p>
            <a:pPr indent="0" lvl="0" marL="0" marR="0" rtl="0" algn="ctr">
              <a:lnSpc>
                <a:spcPct val="100000"/>
              </a:lnSpc>
              <a:spcBef>
                <a:spcPts val="0"/>
              </a:spcBef>
              <a:spcAft>
                <a:spcPts val="0"/>
              </a:spcAft>
              <a:buClr>
                <a:srgbClr val="002060"/>
              </a:buClr>
              <a:buSzPct val="100000"/>
              <a:buFont typeface="Oswald SemiBold"/>
              <a:buNone/>
            </a:pPr>
            <a:r>
              <a:rPr b="0" i="0" lang="en-US" sz="5300" u="none" cap="none" strike="noStrike">
                <a:solidFill>
                  <a:srgbClr val="002060"/>
                </a:solidFill>
                <a:latin typeface="Oswald SemiBold"/>
                <a:ea typeface="Oswald SemiBold"/>
                <a:cs typeface="Oswald SemiBold"/>
                <a:sym typeface="Oswald SemiBold"/>
              </a:rPr>
              <a:t>INGENIERÍA DE SOFTWARE </a:t>
            </a:r>
            <a:br>
              <a:rPr b="0" i="0" lang="en-US" sz="5300" u="none" cap="none" strike="noStrike">
                <a:solidFill>
                  <a:srgbClr val="002060"/>
                </a:solidFill>
                <a:latin typeface="Oswald SemiBold"/>
                <a:ea typeface="Oswald SemiBold"/>
                <a:cs typeface="Oswald SemiBold"/>
                <a:sym typeface="Oswald SemiBold"/>
              </a:rPr>
            </a:br>
            <a:r>
              <a:rPr b="0" i="0" lang="en-US" sz="5300" u="none" cap="none" strike="noStrike">
                <a:solidFill>
                  <a:srgbClr val="002060"/>
                </a:solidFill>
                <a:latin typeface="Oswald SemiBold"/>
                <a:ea typeface="Oswald SemiBold"/>
                <a:cs typeface="Oswald SemiBold"/>
                <a:sym typeface="Oswald SemiBold"/>
              </a:rPr>
              <a:t>EXPERIENCIA 1: CASO UNILIB BIBLIOTECA</a:t>
            </a:r>
            <a:endParaRPr b="0" i="0" sz="2800" u="none" cap="none" strike="noStrike">
              <a:solidFill>
                <a:schemeClr val="accent5"/>
              </a:solidFill>
              <a:latin typeface="Oswald SemiBold"/>
              <a:ea typeface="Oswald SemiBold"/>
              <a:cs typeface="Oswald SemiBold"/>
              <a:sym typeface="Oswald SemiBold"/>
            </a:endParaRPr>
          </a:p>
        </p:txBody>
      </p:sp>
      <p:sp>
        <p:nvSpPr>
          <p:cNvPr id="659" name="Google Shape;659;p83"/>
          <p:cNvSpPr txBox="1"/>
          <p:nvPr>
            <p:ph idx="4294967295" type="sldNum"/>
          </p:nvPr>
        </p:nvSpPr>
        <p:spPr>
          <a:xfrm>
            <a:off x="0" y="508000"/>
            <a:ext cx="428625" cy="365125"/>
          </a:xfrm>
          <a:prstGeom prst="rect">
            <a:avLst/>
          </a:prstGeom>
          <a:solidFill>
            <a:schemeClr val="lt1"/>
          </a:solid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660" name="Google Shape;660;p83"/>
          <p:cNvSpPr txBox="1"/>
          <p:nvPr>
            <p:ph idx="4294967295" type="dt"/>
          </p:nvPr>
        </p:nvSpPr>
        <p:spPr>
          <a:xfrm>
            <a:off x="0" y="508000"/>
            <a:ext cx="1203325" cy="365125"/>
          </a:xfrm>
          <a:prstGeom prst="rect">
            <a:avLst/>
          </a:prstGeom>
          <a:solidFill>
            <a:schemeClr val="lt1"/>
          </a:solid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US"/>
              <a:t>11/8/2025</a:t>
            </a:r>
            <a:endParaRPr/>
          </a:p>
        </p:txBody>
      </p:sp>
      <p:sp>
        <p:nvSpPr>
          <p:cNvPr id="661" name="Google Shape;661;p83"/>
          <p:cNvSpPr txBox="1"/>
          <p:nvPr/>
        </p:nvSpPr>
        <p:spPr>
          <a:xfrm>
            <a:off x="6705600" y="3626175"/>
            <a:ext cx="6096000" cy="3213900"/>
          </a:xfrm>
          <a:prstGeom prst="rect">
            <a:avLst/>
          </a:prstGeom>
          <a:noFill/>
          <a:ln>
            <a:noFill/>
          </a:ln>
        </p:spPr>
        <p:txBody>
          <a:bodyPr anchorCtr="0" anchor="t" bIns="45700" lIns="91425" spcFirstLastPara="1" rIns="91425" wrap="square" tIns="45700">
            <a:spAutoFit/>
          </a:bodyPr>
          <a:lstStyle/>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Sede: San Bernardo</a:t>
            </a:r>
            <a:endParaRPr/>
          </a:p>
          <a:p>
            <a:pPr indent="0" lvl="0" marL="0" marR="0" rtl="0" algn="l">
              <a:lnSpc>
                <a:spcPct val="130312"/>
              </a:lnSpc>
              <a:spcBef>
                <a:spcPts val="0"/>
              </a:spcBef>
              <a:spcAft>
                <a:spcPts val="0"/>
              </a:spcAft>
              <a:buNone/>
            </a:pPr>
            <a:r>
              <a:t/>
            </a:r>
            <a:endParaRPr b="1" sz="1600">
              <a:solidFill>
                <a:srgbClr val="0070C0"/>
              </a:solidFill>
              <a:latin typeface="Avenir"/>
              <a:ea typeface="Avenir"/>
              <a:cs typeface="Avenir"/>
              <a:sym typeface="Avenir"/>
            </a:endParaRPr>
          </a:p>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Carrera: </a:t>
            </a:r>
            <a:endParaRPr sz="1800">
              <a:solidFill>
                <a:schemeClr val="dk1"/>
              </a:solidFill>
              <a:latin typeface="Open Sans Light"/>
              <a:ea typeface="Open Sans Light"/>
              <a:cs typeface="Open Sans Light"/>
              <a:sym typeface="Open Sans Light"/>
            </a:endParaRPr>
          </a:p>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ingeniería en informática </a:t>
            </a:r>
            <a:endParaRPr/>
          </a:p>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Analista programador   </a:t>
            </a:r>
            <a:endParaRPr/>
          </a:p>
          <a:p>
            <a:pPr indent="0" lvl="0" marL="0" marR="0" rtl="0" algn="l">
              <a:lnSpc>
                <a:spcPct val="130312"/>
              </a:lnSpc>
              <a:spcBef>
                <a:spcPts val="0"/>
              </a:spcBef>
              <a:spcAft>
                <a:spcPts val="0"/>
              </a:spcAft>
              <a:buNone/>
            </a:pPr>
            <a:r>
              <a:t/>
            </a:r>
            <a:endParaRPr b="1" sz="1600">
              <a:solidFill>
                <a:srgbClr val="0070C0"/>
              </a:solidFill>
              <a:latin typeface="Avenir"/>
              <a:ea typeface="Avenir"/>
              <a:cs typeface="Avenir"/>
              <a:sym typeface="Avenir"/>
            </a:endParaRPr>
          </a:p>
          <a:p>
            <a:pPr indent="0" lvl="0" marL="0" marR="0" rtl="0" algn="l">
              <a:lnSpc>
                <a:spcPct val="130312"/>
              </a:lnSpc>
              <a:spcBef>
                <a:spcPts val="0"/>
              </a:spcBef>
              <a:spcAft>
                <a:spcPts val="0"/>
              </a:spcAft>
              <a:buNone/>
            </a:pPr>
            <a:r>
              <a:rPr b="1" i="0" lang="en-US" sz="1600" u="none" strike="noStrike">
                <a:solidFill>
                  <a:srgbClr val="0070C0"/>
                </a:solidFill>
                <a:latin typeface="Avenir"/>
                <a:ea typeface="Avenir"/>
                <a:cs typeface="Avenir"/>
                <a:sym typeface="Avenir"/>
              </a:rPr>
              <a:t>Docente : </a:t>
            </a:r>
            <a:r>
              <a:rPr b="0" i="0" lang="en-US" sz="1600">
                <a:solidFill>
                  <a:schemeClr val="dk1"/>
                </a:solidFill>
                <a:latin typeface="Avenir"/>
                <a:ea typeface="Avenir"/>
                <a:cs typeface="Avenir"/>
                <a:sym typeface="Avenir"/>
              </a:rPr>
              <a:t>​</a:t>
            </a:r>
            <a:endParaRPr sz="1600">
              <a:solidFill>
                <a:schemeClr val="dk1"/>
              </a:solidFill>
              <a:latin typeface="Avenir"/>
              <a:ea typeface="Avenir"/>
              <a:cs typeface="Avenir"/>
              <a:sym typeface="Avenir"/>
            </a:endParaRPr>
          </a:p>
          <a:p>
            <a:pPr indent="0" lvl="0" marL="0" marR="0" rtl="0" algn="l">
              <a:lnSpc>
                <a:spcPct val="130312"/>
              </a:lnSpc>
              <a:spcBef>
                <a:spcPts val="0"/>
              </a:spcBef>
              <a:spcAft>
                <a:spcPts val="0"/>
              </a:spcAft>
              <a:buNone/>
            </a:pPr>
            <a:r>
              <a:rPr b="1" i="0" lang="en-US" sz="1600" u="none" strike="noStrike">
                <a:solidFill>
                  <a:srgbClr val="0070C0"/>
                </a:solidFill>
                <a:latin typeface="Avenir"/>
                <a:ea typeface="Avenir"/>
                <a:cs typeface="Avenir"/>
                <a:sym typeface="Avenir"/>
              </a:rPr>
              <a:t>E. Mallén Gonzalez</a:t>
            </a:r>
            <a:endParaRPr/>
          </a:p>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84"/>
          <p:cNvSpPr txBox="1"/>
          <p:nvPr>
            <p:ph idx="1" type="subTitle"/>
          </p:nvPr>
        </p:nvSpPr>
        <p:spPr>
          <a:xfrm>
            <a:off x="6448985" y="4390697"/>
            <a:ext cx="4356341" cy="583814"/>
          </a:xfrm>
          <a:prstGeom prst="rect">
            <a:avLst/>
          </a:prstGeom>
          <a:noFill/>
          <a:ln>
            <a:noFill/>
          </a:ln>
        </p:spPr>
        <p:txBody>
          <a:bodyPr anchorCtr="0" anchor="t" bIns="0" lIns="0" spcFirstLastPara="1" rIns="0" wrap="square" tIns="0">
            <a:spAutoFit/>
          </a:bodyPr>
          <a:lstStyle/>
          <a:p>
            <a:pPr indent="-139700" lvl="0" marL="228600" rtl="0" algn="l">
              <a:lnSpc>
                <a:spcPct val="110000"/>
              </a:lnSpc>
              <a:spcBef>
                <a:spcPts val="0"/>
              </a:spcBef>
              <a:spcAft>
                <a:spcPts val="0"/>
              </a:spcAft>
              <a:buClr>
                <a:schemeClr val="lt1"/>
              </a:buClr>
              <a:buSzPts val="1400"/>
              <a:buNone/>
            </a:pPr>
            <a:r>
              <a:t/>
            </a:r>
            <a:endParaRPr b="1" sz="1400" cap="none">
              <a:solidFill>
                <a:srgbClr val="002060"/>
              </a:solidFill>
            </a:endParaRPr>
          </a:p>
          <a:p>
            <a:pPr indent="-139700" lvl="0" marL="228600" rtl="0" algn="l">
              <a:lnSpc>
                <a:spcPct val="110000"/>
              </a:lnSpc>
              <a:spcBef>
                <a:spcPts val="1000"/>
              </a:spcBef>
              <a:spcAft>
                <a:spcPts val="0"/>
              </a:spcAft>
              <a:buClr>
                <a:schemeClr val="lt1"/>
              </a:buClr>
              <a:buSzPts val="1400"/>
              <a:buNone/>
            </a:pPr>
            <a:r>
              <a:t/>
            </a:r>
            <a:endParaRPr b="1" sz="1400" cap="none">
              <a:solidFill>
                <a:srgbClr val="002060"/>
              </a:solidFill>
            </a:endParaRPr>
          </a:p>
        </p:txBody>
      </p:sp>
      <p:sp>
        <p:nvSpPr>
          <p:cNvPr id="667" name="Google Shape;667;p84"/>
          <p:cNvSpPr txBox="1"/>
          <p:nvPr/>
        </p:nvSpPr>
        <p:spPr>
          <a:xfrm>
            <a:off x="193522" y="6127179"/>
            <a:ext cx="10931918" cy="619761"/>
          </a:xfrm>
          <a:prstGeom prst="rect">
            <a:avLst/>
          </a:prstGeom>
          <a:solidFill>
            <a:schemeClr val="lt1"/>
          </a:solidFill>
          <a:ln>
            <a:noFill/>
          </a:ln>
        </p:spPr>
        <p:txBody>
          <a:bodyPr anchorCtr="0" anchor="b" bIns="45700" lIns="91425" spcFirstLastPara="1" rIns="91425" wrap="square" tIns="45700">
            <a:normAutofit lnSpcReduction="10000"/>
          </a:bodyPr>
          <a:lstStyle/>
          <a:p>
            <a:pPr indent="0" lvl="0" marL="0" marR="0" rtl="0" algn="l">
              <a:lnSpc>
                <a:spcPct val="100000"/>
              </a:lnSpc>
              <a:spcBef>
                <a:spcPts val="0"/>
              </a:spcBef>
              <a:spcAft>
                <a:spcPts val="0"/>
              </a:spcAft>
              <a:buClr>
                <a:srgbClr val="002060"/>
              </a:buClr>
              <a:buSzPts val="3600"/>
              <a:buFont typeface="Arial"/>
              <a:buNone/>
            </a:pPr>
            <a:r>
              <a:rPr b="1" lang="en-US" sz="3600" cap="none">
                <a:solidFill>
                  <a:srgbClr val="002060"/>
                </a:solidFill>
                <a:latin typeface="Arial"/>
                <a:ea typeface="Arial"/>
                <a:cs typeface="Arial"/>
                <a:sym typeface="Arial"/>
              </a:rPr>
              <a:t>INGENIERÍA DE SOFTWARE </a:t>
            </a:r>
            <a:r>
              <a:rPr b="0" lang="en-US" sz="1800" cap="none">
                <a:solidFill>
                  <a:srgbClr val="797C6D"/>
                </a:solidFill>
                <a:latin typeface="Calibri"/>
                <a:ea typeface="Calibri"/>
                <a:cs typeface="Calibri"/>
                <a:sym typeface="Calibri"/>
              </a:rPr>
              <a:t>DOCENTE : E. MALLÉN GONZALEZ</a:t>
            </a:r>
            <a:r>
              <a:rPr b="1" lang="en-US" sz="3600" cap="none">
                <a:solidFill>
                  <a:srgbClr val="002060"/>
                </a:solidFill>
                <a:latin typeface="Arial"/>
                <a:ea typeface="Arial"/>
                <a:cs typeface="Arial"/>
                <a:sym typeface="Arial"/>
              </a:rPr>
              <a:t> </a:t>
            </a:r>
            <a:endParaRPr b="1" sz="4400" cap="none">
              <a:solidFill>
                <a:srgbClr val="002060"/>
              </a:solidFill>
              <a:latin typeface="Arial"/>
              <a:ea typeface="Arial"/>
              <a:cs typeface="Arial"/>
              <a:sym typeface="Arial"/>
            </a:endParaRPr>
          </a:p>
        </p:txBody>
      </p:sp>
      <p:sp>
        <p:nvSpPr>
          <p:cNvPr id="668" name="Google Shape;668;p84"/>
          <p:cNvSpPr txBox="1"/>
          <p:nvPr>
            <p:ph type="title"/>
          </p:nvPr>
        </p:nvSpPr>
        <p:spPr>
          <a:xfrm>
            <a:off x="6915809" y="1812002"/>
            <a:ext cx="4377817" cy="2095463"/>
          </a:xfrm>
          <a:prstGeom prst="rect">
            <a:avLst/>
          </a:prstGeom>
          <a:noFill/>
          <a:ln>
            <a:noFill/>
          </a:ln>
        </p:spPr>
        <p:txBody>
          <a:bodyPr anchorCtr="0" anchor="ctr" bIns="45700" lIns="91425" spcFirstLastPara="1" rIns="91425" wrap="square" tIns="45700">
            <a:normAutofit/>
          </a:bodyPr>
          <a:lstStyle/>
          <a:p>
            <a:pPr indent="-228600" lvl="0" marL="228600" rtl="0" algn="l">
              <a:lnSpc>
                <a:spcPct val="110000"/>
              </a:lnSpc>
              <a:spcBef>
                <a:spcPts val="0"/>
              </a:spcBef>
              <a:spcAft>
                <a:spcPts val="0"/>
              </a:spcAft>
              <a:buClr>
                <a:srgbClr val="F2F2F2"/>
              </a:buClr>
              <a:buSzPts val="3600"/>
              <a:buFont typeface="Arial"/>
              <a:buNone/>
            </a:pPr>
            <a:r>
              <a:rPr lang="en-US" sz="3600" cap="none">
                <a:solidFill>
                  <a:srgbClr val="F2F2F2"/>
                </a:solidFill>
                <a:latin typeface="Arial"/>
                <a:ea typeface="Arial"/>
                <a:cs typeface="Arial"/>
                <a:sym typeface="Arial"/>
              </a:rPr>
              <a:t>EXPERIENCIA 1: CASO UNILIB BIBLIOTECA</a:t>
            </a:r>
            <a:endParaRPr b="0" sz="3600">
              <a:solidFill>
                <a:srgbClr val="F2F2F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5"/>
          <p:cNvSpPr txBox="1"/>
          <p:nvPr>
            <p:ph idx="1" type="body"/>
          </p:nvPr>
        </p:nvSpPr>
        <p:spPr>
          <a:xfrm>
            <a:off x="654675" y="497325"/>
            <a:ext cx="9346500" cy="914700"/>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E0E0E"/>
              </a:buClr>
              <a:buSzPts val="900"/>
              <a:buNone/>
            </a:pPr>
            <a:r>
              <a:rPr lang="en-US" sz="900" cap="none">
                <a:solidFill>
                  <a:srgbClr val="0E0E0E"/>
                </a:solidFill>
                <a:latin typeface="Helvetica Neue"/>
                <a:ea typeface="Helvetica Neue"/>
                <a:cs typeface="Helvetica Neue"/>
                <a:sym typeface="Helvetica Neue"/>
              </a:rPr>
              <a:t>DIAPOSITIVA 2 – INTRODUCCIÓN Y RESUMEN EJECUTIVO DEL CASO</a:t>
            </a:r>
            <a:endParaRPr/>
          </a:p>
          <a:p>
            <a:pPr indent="0" lvl="0" marL="0" rtl="0" algn="l">
              <a:lnSpc>
                <a:spcPct val="10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 </a:t>
            </a:r>
            <a:endParaRPr b="0" sz="2800" cap="none">
              <a:solidFill>
                <a:srgbClr val="0070C0"/>
              </a:solidFill>
              <a:latin typeface="Oswald SemiBold"/>
              <a:ea typeface="Oswald SemiBold"/>
              <a:cs typeface="Oswald SemiBold"/>
              <a:sym typeface="Oswald SemiBold"/>
            </a:endParaRPr>
          </a:p>
          <a:p>
            <a:pPr indent="0" lvl="0" marL="0" rtl="0" algn="l">
              <a:lnSpc>
                <a:spcPct val="10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RESUMEN DEL PROYECTO</a:t>
            </a:r>
            <a:endParaRPr/>
          </a:p>
          <a:p>
            <a:pPr indent="0" lvl="0" marL="0" rtl="0" algn="l">
              <a:lnSpc>
                <a:spcPct val="110000"/>
              </a:lnSpc>
              <a:spcBef>
                <a:spcPts val="1000"/>
              </a:spcBef>
              <a:spcAft>
                <a:spcPts val="0"/>
              </a:spcAft>
              <a:buClr>
                <a:schemeClr val="dk1"/>
              </a:buClr>
              <a:buSzPts val="3200"/>
              <a:buNone/>
            </a:pPr>
            <a:r>
              <a:t/>
            </a:r>
            <a:endParaRPr/>
          </a:p>
        </p:txBody>
      </p:sp>
      <p:sp>
        <p:nvSpPr>
          <p:cNvPr id="674" name="Google Shape;674;p85"/>
          <p:cNvSpPr txBox="1"/>
          <p:nvPr>
            <p:ph idx="2" type="body"/>
          </p:nvPr>
        </p:nvSpPr>
        <p:spPr>
          <a:xfrm>
            <a:off x="363300" y="1779400"/>
            <a:ext cx="11124000" cy="42174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ts val="275"/>
              <a:buNone/>
            </a:pPr>
            <a:r>
              <a:rPr b="1" lang="en-US" sz="10097"/>
              <a:t>Resumen del Proyecto</a:t>
            </a:r>
            <a:r>
              <a:rPr lang="en-US" sz="10097"/>
              <a:t> : La biblioteca de la Universidad UNILIB presenta problemas críticos por el uso de procesos manuales y sistemas desactualizados.</a:t>
            </a:r>
            <a:endParaRPr sz="10097"/>
          </a:p>
          <a:p>
            <a:pPr indent="0" lvl="0" marL="0" rtl="0" algn="l">
              <a:lnSpc>
                <a:spcPct val="115000"/>
              </a:lnSpc>
              <a:spcBef>
                <a:spcPts val="0"/>
              </a:spcBef>
              <a:spcAft>
                <a:spcPts val="0"/>
              </a:spcAft>
              <a:buClr>
                <a:schemeClr val="dk1"/>
              </a:buClr>
              <a:buSzPts val="275"/>
              <a:buNone/>
            </a:pPr>
            <a:r>
              <a:t/>
            </a:r>
            <a:endParaRPr sz="10097"/>
          </a:p>
          <a:p>
            <a:pPr indent="0" lvl="0" marL="0" rtl="0" algn="l">
              <a:lnSpc>
                <a:spcPct val="115000"/>
              </a:lnSpc>
              <a:spcBef>
                <a:spcPts val="0"/>
              </a:spcBef>
              <a:spcAft>
                <a:spcPts val="0"/>
              </a:spcAft>
              <a:buClr>
                <a:schemeClr val="dk1"/>
              </a:buClr>
              <a:buSzPts val="275"/>
              <a:buNone/>
            </a:pPr>
            <a:r>
              <a:rPr b="1" lang="en-US" sz="10097"/>
              <a:t>Desafío</a:t>
            </a:r>
            <a:r>
              <a:rPr lang="en-US" sz="10097"/>
              <a:t> : Modernizar la gestión y reducir errores operacionales mediante un software automatizado y centralizado que gestiona el catálogo, préstamos y usuarios.</a:t>
            </a:r>
            <a:endParaRPr sz="10097"/>
          </a:p>
          <a:p>
            <a:pPr indent="0" lvl="0" marL="0" rtl="0" algn="l">
              <a:lnSpc>
                <a:spcPct val="115000"/>
              </a:lnSpc>
              <a:spcBef>
                <a:spcPts val="0"/>
              </a:spcBef>
              <a:spcAft>
                <a:spcPts val="0"/>
              </a:spcAft>
              <a:buClr>
                <a:schemeClr val="dk1"/>
              </a:buClr>
              <a:buSzPts val="275"/>
              <a:buNone/>
            </a:pPr>
            <a:r>
              <a:t/>
            </a:r>
            <a:endParaRPr sz="10097"/>
          </a:p>
          <a:p>
            <a:pPr indent="0" lvl="0" marL="0" rtl="0" algn="l">
              <a:lnSpc>
                <a:spcPct val="115000"/>
              </a:lnSpc>
              <a:spcBef>
                <a:spcPts val="0"/>
              </a:spcBef>
              <a:spcAft>
                <a:spcPts val="0"/>
              </a:spcAft>
              <a:buClr>
                <a:schemeClr val="dk1"/>
              </a:buClr>
              <a:buSzPts val="275"/>
              <a:buNone/>
            </a:pPr>
            <a:r>
              <a:rPr b="1" lang="en-US" sz="10097"/>
              <a:t>Alcance Preliminar</a:t>
            </a:r>
            <a:r>
              <a:rPr lang="en-US" sz="10097"/>
              <a:t> : El sistema permitirá la gestión integral de roles de usuario, catálogo de libros con ubicación física, préstamos programados y generación de informes.</a:t>
            </a:r>
            <a:endParaRPr sz="10097"/>
          </a:p>
          <a:p>
            <a:pPr indent="0" lvl="0" marL="0" rtl="0" algn="l">
              <a:lnSpc>
                <a:spcPct val="115000"/>
              </a:lnSpc>
              <a:spcBef>
                <a:spcPts val="1200"/>
              </a:spcBef>
              <a:spcAft>
                <a:spcPts val="0"/>
              </a:spcAft>
              <a:buClr>
                <a:schemeClr val="dk1"/>
              </a:buClr>
              <a:buSzPts val="275"/>
              <a:buNone/>
            </a:pPr>
            <a:r>
              <a:t/>
            </a:r>
            <a:endParaRPr sz="7263"/>
          </a:p>
          <a:p>
            <a:pPr indent="0" lvl="0" marL="0" rtl="0" algn="l">
              <a:lnSpc>
                <a:spcPct val="115000"/>
              </a:lnSpc>
              <a:spcBef>
                <a:spcPts val="1200"/>
              </a:spcBef>
              <a:spcAft>
                <a:spcPts val="0"/>
              </a:spcAft>
              <a:buClr>
                <a:schemeClr val="dk1"/>
              </a:buClr>
              <a:buSzPts val="275"/>
              <a:buFont typeface="Arial"/>
              <a:buNone/>
            </a:pPr>
            <a:r>
              <a:t/>
            </a:r>
            <a:endParaRPr sz="6254"/>
          </a:p>
          <a:p>
            <a:pPr indent="-228600" lvl="0" marL="228600" rtl="0" algn="l">
              <a:lnSpc>
                <a:spcPct val="110000"/>
              </a:lnSpc>
              <a:spcBef>
                <a:spcPts val="1200"/>
              </a:spcBef>
              <a:spcAft>
                <a:spcPts val="0"/>
              </a:spcAft>
              <a:buClr>
                <a:srgbClr val="0E0E0E"/>
              </a:buClr>
              <a:buSzPct val="100000"/>
              <a:buNone/>
            </a:pPr>
            <a:r>
              <a:t/>
            </a:r>
            <a:endParaRPr sz="1800">
              <a:solidFill>
                <a:srgbClr val="444742"/>
              </a:solidFill>
            </a:endParaRPr>
          </a:p>
          <a:p>
            <a:pPr indent="0" lvl="0" marL="0" rtl="0" algn="l">
              <a:lnSpc>
                <a:spcPct val="110000"/>
              </a:lnSpc>
              <a:spcBef>
                <a:spcPts val="1000"/>
              </a:spcBef>
              <a:spcAft>
                <a:spcPts val="0"/>
              </a:spcAft>
              <a:buClr>
                <a:schemeClr val="dk1"/>
              </a:buClr>
              <a:buSzPct val="100000"/>
              <a:buNone/>
            </a:pPr>
            <a:r>
              <a:t/>
            </a:r>
            <a:endParaRPr sz="1800">
              <a:solidFill>
                <a:srgbClr val="444742"/>
              </a:solidFill>
              <a:latin typeface="Arial"/>
              <a:ea typeface="Arial"/>
              <a:cs typeface="Arial"/>
              <a:sym typeface="Arial"/>
            </a:endParaRPr>
          </a:p>
          <a:p>
            <a:pPr indent="-114300" lvl="0" marL="228600" rtl="0" algn="l">
              <a:lnSpc>
                <a:spcPct val="110000"/>
              </a:lnSpc>
              <a:spcBef>
                <a:spcPts val="2500"/>
              </a:spcBef>
              <a:spcAft>
                <a:spcPts val="0"/>
              </a:spcAft>
              <a:buClr>
                <a:schemeClr val="dk1"/>
              </a:buClr>
              <a:buSzPct val="100000"/>
              <a:buNone/>
            </a:pPr>
            <a:r>
              <a:t/>
            </a:r>
            <a:endParaRPr b="1" sz="1800">
              <a:latin typeface="Open Sans Light"/>
              <a:ea typeface="Open Sans Light"/>
              <a:cs typeface="Open Sans Light"/>
              <a:sym typeface="Open Sans Light"/>
            </a:endParaRPr>
          </a:p>
          <a:p>
            <a:pPr indent="-139700" lvl="0" marL="228600" rtl="0" algn="l">
              <a:lnSpc>
                <a:spcPct val="11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86"/>
          <p:cNvSpPr txBox="1"/>
          <p:nvPr>
            <p:ph idx="1" type="body"/>
          </p:nvPr>
        </p:nvSpPr>
        <p:spPr>
          <a:xfrm>
            <a:off x="655960" y="551041"/>
            <a:ext cx="9346500" cy="469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ANÁLISIS DEL PROBLEMA</a:t>
            </a:r>
            <a:endParaRPr/>
          </a:p>
          <a:p>
            <a:pPr indent="0" lvl="0" marL="0" rtl="0" algn="l">
              <a:lnSpc>
                <a:spcPct val="110000"/>
              </a:lnSpc>
              <a:spcBef>
                <a:spcPts val="1000"/>
              </a:spcBef>
              <a:spcAft>
                <a:spcPts val="0"/>
              </a:spcAft>
              <a:buClr>
                <a:schemeClr val="dk1"/>
              </a:buClr>
              <a:buSzPts val="3200"/>
              <a:buNone/>
            </a:pPr>
            <a:r>
              <a:t/>
            </a:r>
            <a:endParaRPr/>
          </a:p>
        </p:txBody>
      </p:sp>
      <p:sp>
        <p:nvSpPr>
          <p:cNvPr id="680" name="Google Shape;680;p86"/>
          <p:cNvSpPr txBox="1"/>
          <p:nvPr>
            <p:ph idx="2" type="body"/>
          </p:nvPr>
        </p:nvSpPr>
        <p:spPr>
          <a:xfrm>
            <a:off x="655955" y="1411891"/>
            <a:ext cx="11534746" cy="4429046"/>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rPr b="1" lang="en-US" sz="11098"/>
              <a:t>Problemas actuales</a:t>
            </a:r>
            <a:r>
              <a:rPr lang="en-US" sz="11098"/>
              <a:t> : Uso de registros en papel y sistemas obsoletos.</a:t>
            </a:r>
            <a:endParaRPr sz="11098"/>
          </a:p>
          <a:p>
            <a:pPr indent="0" lvl="0" marL="0" rtl="0" algn="l">
              <a:lnSpc>
                <a:spcPct val="115000"/>
              </a:lnSpc>
              <a:spcBef>
                <a:spcPts val="0"/>
              </a:spcBef>
              <a:spcAft>
                <a:spcPts val="0"/>
              </a:spcAft>
              <a:buClr>
                <a:schemeClr val="dk1"/>
              </a:buClr>
              <a:buSzPts val="275"/>
              <a:buFont typeface="Arial"/>
              <a:buNone/>
            </a:pPr>
            <a:r>
              <a:t/>
            </a:r>
            <a:endParaRPr b="1" sz="11098"/>
          </a:p>
          <a:p>
            <a:pPr indent="0" lvl="0" marL="0" rtl="0" algn="l">
              <a:lnSpc>
                <a:spcPct val="115000"/>
              </a:lnSpc>
              <a:spcBef>
                <a:spcPts val="0"/>
              </a:spcBef>
              <a:spcAft>
                <a:spcPts val="0"/>
              </a:spcAft>
              <a:buClr>
                <a:schemeClr val="dk1"/>
              </a:buClr>
              <a:buSzPts val="275"/>
              <a:buFont typeface="Arial"/>
              <a:buNone/>
            </a:pPr>
            <a:r>
              <a:rPr b="1" lang="en-US" sz="11098"/>
              <a:t>Causas</a:t>
            </a:r>
            <a:r>
              <a:rPr lang="en-US" sz="11098"/>
              <a:t> : Falta de herramientas digitales modernas para el control bibliográfico.</a:t>
            </a:r>
            <a:endParaRPr sz="11098"/>
          </a:p>
          <a:p>
            <a:pPr indent="0" lvl="0" marL="0" rtl="0" algn="l">
              <a:lnSpc>
                <a:spcPct val="115000"/>
              </a:lnSpc>
              <a:spcBef>
                <a:spcPts val="0"/>
              </a:spcBef>
              <a:spcAft>
                <a:spcPts val="0"/>
              </a:spcAft>
              <a:buClr>
                <a:schemeClr val="dk1"/>
              </a:buClr>
              <a:buSzPts val="275"/>
              <a:buFont typeface="Arial"/>
              <a:buNone/>
            </a:pPr>
            <a:r>
              <a:t/>
            </a:r>
            <a:endParaRPr b="1" sz="11098"/>
          </a:p>
          <a:p>
            <a:pPr indent="0" lvl="0" marL="0" rtl="0" algn="l">
              <a:lnSpc>
                <a:spcPct val="115000"/>
              </a:lnSpc>
              <a:spcBef>
                <a:spcPts val="0"/>
              </a:spcBef>
              <a:spcAft>
                <a:spcPts val="0"/>
              </a:spcAft>
              <a:buClr>
                <a:schemeClr val="dk1"/>
              </a:buClr>
              <a:buSzPts val="275"/>
              <a:buFont typeface="Arial"/>
              <a:buNone/>
            </a:pPr>
            <a:r>
              <a:rPr b="1" lang="en-US" sz="11098"/>
              <a:t>Consecuencias</a:t>
            </a:r>
            <a:r>
              <a:rPr lang="en-US" sz="11098"/>
              <a:t> : Largas filas en préstamos (5 minutos por transacción), extravío frecuente de libros y búsqueda de materiales poco intuitiva.</a:t>
            </a:r>
            <a:endParaRPr sz="11098"/>
          </a:p>
          <a:p>
            <a:pPr indent="0" lvl="0" marL="381000" marR="381000" rtl="0" algn="l">
              <a:lnSpc>
                <a:spcPct val="115000"/>
              </a:lnSpc>
              <a:spcBef>
                <a:spcPts val="1200"/>
              </a:spcBef>
              <a:spcAft>
                <a:spcPts val="0"/>
              </a:spcAft>
              <a:buClr>
                <a:schemeClr val="dk1"/>
              </a:buClr>
              <a:buSzPts val="275"/>
              <a:buFont typeface="Arial"/>
              <a:buNone/>
            </a:pPr>
            <a:r>
              <a:t/>
            </a:r>
            <a:endParaRPr b="1" sz="7941"/>
          </a:p>
          <a:p>
            <a:pPr indent="-131445" lvl="0" marL="228600" rtl="0" algn="l">
              <a:lnSpc>
                <a:spcPct val="110000"/>
              </a:lnSpc>
              <a:spcBef>
                <a:spcPts val="2500"/>
              </a:spcBef>
              <a:spcAft>
                <a:spcPts val="0"/>
              </a:spcAft>
              <a:buClr>
                <a:schemeClr val="dk1"/>
              </a:buClr>
              <a:buSzPts val="450"/>
              <a:buNone/>
            </a:pPr>
            <a:r>
              <a:t/>
            </a:r>
            <a:endParaRPr b="1" sz="8641">
              <a:latin typeface="Open Sans Light"/>
              <a:ea typeface="Open Sans Light"/>
              <a:cs typeface="Open Sans Light"/>
              <a:sym typeface="Open Sans Light"/>
            </a:endParaRPr>
          </a:p>
          <a:p>
            <a:pPr indent="-153035" lvl="0" marL="228600" rtl="0" algn="l">
              <a:lnSpc>
                <a:spcPct val="110000"/>
              </a:lnSpc>
              <a:spcBef>
                <a:spcPts val="10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7"/>
          <p:cNvSpPr txBox="1"/>
          <p:nvPr>
            <p:ph idx="1" type="body"/>
          </p:nvPr>
        </p:nvSpPr>
        <p:spPr>
          <a:xfrm>
            <a:off x="654685" y="551041"/>
            <a:ext cx="10200000" cy="469800"/>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ÁMBITO DEL SISTEMA UNILIB</a:t>
            </a:r>
            <a:endParaRPr b="0" sz="2800" cap="none">
              <a:solidFill>
                <a:srgbClr val="0070C0"/>
              </a:solidFill>
              <a:latin typeface="Oswald SemiBold"/>
              <a:ea typeface="Oswald SemiBold"/>
              <a:cs typeface="Oswald SemiBold"/>
              <a:sym typeface="Oswald SemiBold"/>
            </a:endParaRPr>
          </a:p>
          <a:p>
            <a:pPr indent="0" lvl="0" marL="0" rtl="0" algn="l">
              <a:lnSpc>
                <a:spcPct val="110000"/>
              </a:lnSpc>
              <a:spcBef>
                <a:spcPts val="1000"/>
              </a:spcBef>
              <a:spcAft>
                <a:spcPts val="0"/>
              </a:spcAft>
              <a:buClr>
                <a:schemeClr val="dk1"/>
              </a:buClr>
              <a:buSzPts val="3200"/>
              <a:buNone/>
            </a:pPr>
            <a:r>
              <a:t/>
            </a:r>
            <a:endParaRPr/>
          </a:p>
        </p:txBody>
      </p:sp>
      <p:sp>
        <p:nvSpPr>
          <p:cNvPr id="686" name="Google Shape;686;p87"/>
          <p:cNvSpPr txBox="1"/>
          <p:nvPr>
            <p:ph idx="2" type="body"/>
          </p:nvPr>
        </p:nvSpPr>
        <p:spPr>
          <a:xfrm>
            <a:off x="656525" y="1164625"/>
            <a:ext cx="11020200" cy="49791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None/>
            </a:pPr>
            <a:r>
              <a:rPr b="1" lang="en-US" sz="2300"/>
              <a:t>Nombre del Sistema</a:t>
            </a:r>
            <a:r>
              <a:rPr lang="en-US" sz="2300"/>
              <a:t> : UNILIB.</a:t>
            </a:r>
            <a:endParaRPr sz="2300"/>
          </a:p>
          <a:p>
            <a:pPr indent="0" lvl="0" marL="381000" marR="381000" rtl="0" algn="l">
              <a:lnSpc>
                <a:spcPct val="115000"/>
              </a:lnSpc>
              <a:spcBef>
                <a:spcPts val="1200"/>
              </a:spcBef>
              <a:spcAft>
                <a:spcPts val="0"/>
              </a:spcAft>
              <a:buClr>
                <a:schemeClr val="dk1"/>
              </a:buClr>
              <a:buSzPts val="1100"/>
              <a:buNone/>
            </a:pPr>
            <a:r>
              <a:t/>
            </a:r>
            <a:endParaRPr b="1" sz="2300"/>
          </a:p>
          <a:p>
            <a:pPr indent="0" lvl="0" marL="381000" marR="381000" rtl="0" algn="l">
              <a:lnSpc>
                <a:spcPct val="115000"/>
              </a:lnSpc>
              <a:spcBef>
                <a:spcPts val="1200"/>
              </a:spcBef>
              <a:spcAft>
                <a:spcPts val="0"/>
              </a:spcAft>
              <a:buClr>
                <a:schemeClr val="dk1"/>
              </a:buClr>
              <a:buSzPts val="1100"/>
              <a:buNone/>
            </a:pPr>
            <a:r>
              <a:rPr b="1" lang="en-US" sz="2300"/>
              <a:t>Objetivo General</a:t>
            </a:r>
            <a:r>
              <a:rPr lang="en-US" sz="2300"/>
              <a:t> : Diseñar un sistema de biblioteca que permita gestionar usuarios, catálogo, recursos, préstamos y devoluciones.</a:t>
            </a:r>
            <a:endParaRPr sz="2300"/>
          </a:p>
          <a:p>
            <a:pPr indent="0" lvl="0" marL="0" marR="381000" rtl="0" algn="l">
              <a:lnSpc>
                <a:spcPct val="115000"/>
              </a:lnSpc>
              <a:spcBef>
                <a:spcPts val="1200"/>
              </a:spcBef>
              <a:spcAft>
                <a:spcPts val="0"/>
              </a:spcAft>
              <a:buClr>
                <a:schemeClr val="dk1"/>
              </a:buClr>
              <a:buSzPts val="1100"/>
              <a:buNone/>
            </a:pPr>
            <a:r>
              <a:t/>
            </a:r>
            <a:endParaRPr sz="2300"/>
          </a:p>
          <a:p>
            <a:pPr indent="0" lvl="0" marL="381000" marR="381000" rtl="0" algn="l">
              <a:lnSpc>
                <a:spcPct val="115000"/>
              </a:lnSpc>
              <a:spcBef>
                <a:spcPts val="1200"/>
              </a:spcBef>
              <a:spcAft>
                <a:spcPts val="0"/>
              </a:spcAft>
              <a:buClr>
                <a:schemeClr val="dk1"/>
              </a:buClr>
              <a:buSzPts val="1100"/>
              <a:buNone/>
            </a:pPr>
            <a:r>
              <a:rPr b="1" lang="en-US" sz="2300"/>
              <a:t>Metas</a:t>
            </a:r>
            <a:r>
              <a:rPr lang="en-US" sz="2300"/>
              <a:t>:</a:t>
            </a:r>
            <a:endParaRPr sz="2300"/>
          </a:p>
          <a:p>
            <a:pPr indent="-374650" lvl="0" marL="457200" rtl="0" algn="l">
              <a:lnSpc>
                <a:spcPct val="115000"/>
              </a:lnSpc>
              <a:spcBef>
                <a:spcPts val="1200"/>
              </a:spcBef>
              <a:spcAft>
                <a:spcPts val="0"/>
              </a:spcAft>
              <a:buSzPts val="2300"/>
              <a:buChar char="●"/>
            </a:pPr>
            <a:r>
              <a:rPr lang="en-US" sz="2300"/>
              <a:t>Reducir el tiempo de registro de 5 minutos a 30 segundos por transacción.</a:t>
            </a:r>
            <a:endParaRPr sz="2300"/>
          </a:p>
          <a:p>
            <a:pPr indent="-374650" lvl="0" marL="457200" rtl="0" algn="l">
              <a:lnSpc>
                <a:spcPct val="115000"/>
              </a:lnSpc>
              <a:spcBef>
                <a:spcPts val="0"/>
              </a:spcBef>
              <a:spcAft>
                <a:spcPts val="0"/>
              </a:spcAft>
              <a:buSzPts val="2300"/>
              <a:buChar char="●"/>
            </a:pPr>
            <a:r>
              <a:rPr lang="en-US" sz="2300"/>
              <a:t>Disminuir la tasa de extravíos en un 25% mediante trazabilidad y alertas.</a:t>
            </a:r>
            <a:endParaRPr sz="2300"/>
          </a:p>
          <a:p>
            <a:pPr indent="-374650" lvl="0" marL="457200" rtl="0" algn="l">
              <a:lnSpc>
                <a:spcPct val="115000"/>
              </a:lnSpc>
              <a:spcBef>
                <a:spcPts val="0"/>
              </a:spcBef>
              <a:spcAft>
                <a:spcPts val="0"/>
              </a:spcAft>
              <a:buSzPts val="2300"/>
              <a:buChar char="●"/>
            </a:pPr>
            <a:r>
              <a:rPr lang="en-US" sz="2300"/>
              <a:t>Permitir la consulta remota del catálogo de libros.</a:t>
            </a:r>
            <a:endParaRPr sz="2300"/>
          </a:p>
          <a:p>
            <a:pPr indent="0" lvl="0" marL="381000" marR="381000" rtl="0" algn="l">
              <a:lnSpc>
                <a:spcPct val="115000"/>
              </a:lnSpc>
              <a:spcBef>
                <a:spcPts val="1200"/>
              </a:spcBef>
              <a:spcAft>
                <a:spcPts val="0"/>
              </a:spcAft>
              <a:buClr>
                <a:schemeClr val="dk1"/>
              </a:buClr>
              <a:buSzPts val="1100"/>
              <a:buNone/>
            </a:pPr>
            <a:r>
              <a:t/>
            </a:r>
            <a:endParaRPr b="1" sz="2200"/>
          </a:p>
          <a:p>
            <a:pPr indent="0" lvl="0" marL="381000" marR="381000" rtl="0" algn="l">
              <a:lnSpc>
                <a:spcPct val="115000"/>
              </a:lnSpc>
              <a:spcBef>
                <a:spcPts val="1200"/>
              </a:spcBef>
              <a:spcAft>
                <a:spcPts val="0"/>
              </a:spcAft>
              <a:buClr>
                <a:schemeClr val="dk1"/>
              </a:buClr>
              <a:buSzPts val="1100"/>
              <a:buFont typeface="Arial"/>
              <a:buNone/>
            </a:pPr>
            <a:r>
              <a:t/>
            </a:r>
            <a:endParaRPr b="1" sz="2200"/>
          </a:p>
          <a:p>
            <a:pPr indent="0" lvl="1" marL="0" rtl="0" algn="l">
              <a:lnSpc>
                <a:spcPct val="110000"/>
              </a:lnSpc>
              <a:spcBef>
                <a:spcPts val="1200"/>
              </a:spcBef>
              <a:spcAft>
                <a:spcPts val="0"/>
              </a:spcAft>
              <a:buClr>
                <a:srgbClr val="000000"/>
              </a:buClr>
              <a:buSzPts val="2000"/>
              <a:buNone/>
            </a:pPr>
            <a:r>
              <a:t/>
            </a:r>
            <a:endParaRPr sz="1400">
              <a:solidFill>
                <a:srgbClr val="FF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pic>
        <p:nvPicPr>
          <p:cNvPr descr="Símbolo dorado de signo de exclamación sobre fondo oscuro" id="692" name="Google Shape;692;p88"/>
          <p:cNvPicPr preferRelativeResize="0"/>
          <p:nvPr>
            <p:ph idx="2" type="pic"/>
          </p:nvPr>
        </p:nvPicPr>
        <p:blipFill rotWithShape="1">
          <a:blip r:embed="rId3">
            <a:alphaModFix/>
          </a:blip>
          <a:srcRect b="0" l="18165" r="18165" t="0"/>
          <a:stretch/>
        </p:blipFill>
        <p:spPr>
          <a:xfrm>
            <a:off x="686865" y="686448"/>
            <a:ext cx="3907031" cy="3928805"/>
          </a:xfrm>
          <a:prstGeom prst="rect">
            <a:avLst/>
          </a:prstGeom>
          <a:blipFill rotWithShape="1">
            <a:blip r:embed="rId4">
              <a:alphaModFix amt="70000"/>
            </a:blip>
            <a:stretch>
              <a:fillRect b="0" l="0" r="0" t="0"/>
            </a:stretch>
          </a:blipFill>
          <a:ln>
            <a:noFill/>
          </a:ln>
        </p:spPr>
      </p:pic>
      <p:sp>
        <p:nvSpPr>
          <p:cNvPr id="693" name="Google Shape;693;p88"/>
          <p:cNvSpPr txBox="1"/>
          <p:nvPr>
            <p:ph type="title"/>
          </p:nvPr>
        </p:nvSpPr>
        <p:spPr>
          <a:xfrm>
            <a:off x="563738" y="4374100"/>
            <a:ext cx="3897900" cy="1812600"/>
          </a:xfrm>
          <a:prstGeom prst="rect">
            <a:avLst/>
          </a:prstGeom>
          <a:noFill/>
          <a:ln>
            <a:noFill/>
          </a:ln>
        </p:spPr>
        <p:txBody>
          <a:bodyPr anchorCtr="0" anchor="t" bIns="45700" lIns="137150" spcFirstLastPara="1" rIns="91425" wrap="square" tIns="137150">
            <a:normAutofit fontScale="90000"/>
          </a:bodyPr>
          <a:lstStyle/>
          <a:p>
            <a:pPr indent="0" lvl="0" marL="0" rtl="0" algn="l">
              <a:lnSpc>
                <a:spcPct val="90000"/>
              </a:lnSpc>
              <a:spcBef>
                <a:spcPts val="0"/>
              </a:spcBef>
              <a:spcAft>
                <a:spcPts val="0"/>
              </a:spcAft>
              <a:buClr>
                <a:srgbClr val="0070C0"/>
              </a:buClr>
              <a:buSzPct val="100000"/>
              <a:buFont typeface="Avenir"/>
              <a:buNone/>
            </a:pPr>
            <a:r>
              <a:rPr lang="en-US">
                <a:solidFill>
                  <a:srgbClr val="0070C0"/>
                </a:solidFill>
              </a:rPr>
              <a:t>Definición del alcance del sistema</a:t>
            </a:r>
            <a:endParaRPr>
              <a:solidFill>
                <a:srgbClr val="0095FF"/>
              </a:solidFill>
            </a:endParaRPr>
          </a:p>
        </p:txBody>
      </p:sp>
      <p:sp>
        <p:nvSpPr>
          <p:cNvPr id="694" name="Google Shape;694;p88"/>
          <p:cNvSpPr txBox="1"/>
          <p:nvPr>
            <p:ph idx="1" type="body"/>
          </p:nvPr>
        </p:nvSpPr>
        <p:spPr>
          <a:xfrm>
            <a:off x="5370525" y="99600"/>
            <a:ext cx="6315000" cy="6858000"/>
          </a:xfrm>
          <a:prstGeom prst="rect">
            <a:avLst/>
          </a:prstGeom>
          <a:noFill/>
          <a:ln>
            <a:noFill/>
          </a:ln>
        </p:spPr>
        <p:txBody>
          <a:bodyPr anchorCtr="0" anchor="t" bIns="45700" lIns="91425" spcFirstLastPara="1" rIns="91425" wrap="square" tIns="45700">
            <a:normAutofit/>
          </a:bodyPr>
          <a:lstStyle/>
          <a:p>
            <a:pPr indent="0" lvl="1" marL="0" rtl="0" algn="l">
              <a:lnSpc>
                <a:spcPct val="110000"/>
              </a:lnSpc>
              <a:spcBef>
                <a:spcPts val="500"/>
              </a:spcBef>
              <a:spcAft>
                <a:spcPts val="0"/>
              </a:spcAft>
              <a:buClr>
                <a:schemeClr val="dk1"/>
              </a:buClr>
              <a:buSzPts val="2400"/>
              <a:buFont typeface="Arial"/>
              <a:buNone/>
            </a:pPr>
            <a:r>
              <a:rPr b="1" lang="en-US" sz="2000" u="sng"/>
              <a:t>¿Qué incluye el sistema?</a:t>
            </a:r>
            <a:r>
              <a:rPr b="1" lang="en-US" sz="2000"/>
              <a:t> </a:t>
            </a:r>
            <a:endParaRPr b="1" sz="2000"/>
          </a:p>
          <a:p>
            <a:pPr indent="-355600" lvl="0" marL="457200" rtl="0" algn="l">
              <a:lnSpc>
                <a:spcPct val="110000"/>
              </a:lnSpc>
              <a:spcBef>
                <a:spcPts val="500"/>
              </a:spcBef>
              <a:spcAft>
                <a:spcPts val="0"/>
              </a:spcAft>
              <a:buSzPts val="2000"/>
              <a:buChar char="-"/>
            </a:pPr>
            <a:r>
              <a:rPr b="1" lang="en-US" sz="2000"/>
              <a:t>Gestion de usuarios</a:t>
            </a:r>
            <a:endParaRPr b="1" sz="2000"/>
          </a:p>
          <a:p>
            <a:pPr indent="-355600" lvl="0" marL="457200" rtl="0" algn="l">
              <a:lnSpc>
                <a:spcPct val="110000"/>
              </a:lnSpc>
              <a:spcBef>
                <a:spcPts val="0"/>
              </a:spcBef>
              <a:spcAft>
                <a:spcPts val="0"/>
              </a:spcAft>
              <a:buSzPts val="2000"/>
              <a:buChar char="-"/>
            </a:pPr>
            <a:r>
              <a:rPr b="1" lang="en-US" sz="2000"/>
              <a:t>Gestión de libros y materiales</a:t>
            </a:r>
            <a:endParaRPr b="1" sz="2000"/>
          </a:p>
          <a:p>
            <a:pPr indent="-355600" lvl="0" marL="457200" rtl="0" algn="l">
              <a:lnSpc>
                <a:spcPct val="110000"/>
              </a:lnSpc>
              <a:spcBef>
                <a:spcPts val="0"/>
              </a:spcBef>
              <a:spcAft>
                <a:spcPts val="0"/>
              </a:spcAft>
              <a:buSzPts val="2000"/>
              <a:buChar char="-"/>
            </a:pPr>
            <a:r>
              <a:rPr b="1" lang="en-US" sz="2000"/>
              <a:t>Registro de prestamo y devolucion</a:t>
            </a:r>
            <a:endParaRPr b="1" sz="2000"/>
          </a:p>
          <a:p>
            <a:pPr indent="-355600" lvl="0" marL="457200" rtl="0" algn="l">
              <a:lnSpc>
                <a:spcPct val="110000"/>
              </a:lnSpc>
              <a:spcBef>
                <a:spcPts val="0"/>
              </a:spcBef>
              <a:spcAft>
                <a:spcPts val="0"/>
              </a:spcAft>
              <a:buSzPts val="2000"/>
              <a:buChar char="-"/>
            </a:pPr>
            <a:r>
              <a:rPr b="1" lang="en-US" sz="2000"/>
              <a:t>Catalogo en linea</a:t>
            </a:r>
            <a:endParaRPr b="1" sz="2000"/>
          </a:p>
          <a:p>
            <a:pPr indent="-355600" lvl="0" marL="457200" rtl="0" algn="l">
              <a:lnSpc>
                <a:spcPct val="110000"/>
              </a:lnSpc>
              <a:spcBef>
                <a:spcPts val="0"/>
              </a:spcBef>
              <a:spcAft>
                <a:spcPts val="0"/>
              </a:spcAft>
              <a:buSzPts val="2000"/>
              <a:buChar char="-"/>
            </a:pPr>
            <a:r>
              <a:rPr b="1" lang="en-US" sz="2000"/>
              <a:t>Reportes</a:t>
            </a:r>
            <a:endParaRPr b="1" sz="2000"/>
          </a:p>
          <a:p>
            <a:pPr indent="0" lvl="1" marL="0" rtl="0" algn="l">
              <a:spcBef>
                <a:spcPts val="500"/>
              </a:spcBef>
              <a:spcAft>
                <a:spcPts val="0"/>
              </a:spcAft>
              <a:buClr>
                <a:schemeClr val="dk1"/>
              </a:buClr>
              <a:buSzPts val="2400"/>
              <a:buFont typeface="Arial"/>
              <a:buNone/>
            </a:pPr>
            <a:r>
              <a:rPr b="1" lang="en-US" sz="2000" u="sng"/>
              <a:t>¿Qué no incluye el sistema?</a:t>
            </a:r>
            <a:r>
              <a:rPr b="1" lang="en-US" sz="2000"/>
              <a:t> </a:t>
            </a:r>
            <a:endParaRPr b="1" sz="2000"/>
          </a:p>
          <a:p>
            <a:pPr indent="-355600" lvl="0" marL="457200" rtl="0" algn="l">
              <a:lnSpc>
                <a:spcPct val="115000"/>
              </a:lnSpc>
              <a:spcBef>
                <a:spcPts val="0"/>
              </a:spcBef>
              <a:spcAft>
                <a:spcPts val="0"/>
              </a:spcAft>
              <a:buSzPts val="2000"/>
              <a:buFont typeface="Calibri"/>
              <a:buChar char="-"/>
            </a:pPr>
            <a:r>
              <a:rPr lang="en-US" sz="2000">
                <a:latin typeface="Arial"/>
                <a:ea typeface="Arial"/>
                <a:cs typeface="Arial"/>
                <a:sym typeface="Arial"/>
              </a:rPr>
              <a:t>El sistema no hará procesos financieros ni de facturación</a:t>
            </a:r>
            <a:r>
              <a:rPr lang="en-US" sz="2000">
                <a:latin typeface="Calibri"/>
                <a:ea typeface="Calibri"/>
                <a:cs typeface="Calibri"/>
                <a:sym typeface="Calibri"/>
              </a:rPr>
              <a:t>.</a:t>
            </a:r>
            <a:endParaRPr b="1" sz="2900"/>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El sistema no hará nóminas ni gestión de recursos humanos.</a:t>
            </a:r>
            <a:endParaRPr b="1" sz="2900">
              <a:latin typeface="Arial"/>
              <a:ea typeface="Arial"/>
              <a:cs typeface="Arial"/>
              <a:sym typeface="Arial"/>
            </a:endParaRPr>
          </a:p>
          <a:p>
            <a:pPr indent="-355600" lvl="0" marL="457200" rtl="0" algn="l">
              <a:spcBef>
                <a:spcPts val="0"/>
              </a:spcBef>
              <a:spcAft>
                <a:spcPts val="0"/>
              </a:spcAft>
              <a:buSzPts val="2000"/>
              <a:buChar char="-"/>
            </a:pPr>
            <a:r>
              <a:rPr b="1" lang="en-US" sz="2000"/>
              <a:t>No incluye integracion con tiendas online</a:t>
            </a:r>
            <a:endParaRPr b="1" sz="2000"/>
          </a:p>
          <a:p>
            <a:pPr indent="0" lvl="0" marL="0" rtl="0" algn="l">
              <a:spcBef>
                <a:spcPts val="500"/>
              </a:spcBef>
              <a:spcAft>
                <a:spcPts val="0"/>
              </a:spcAft>
              <a:buNone/>
            </a:pPr>
            <a:r>
              <a:t/>
            </a:r>
            <a:endParaRPr b="1" sz="2000"/>
          </a:p>
          <a:p>
            <a:pPr indent="0" lvl="0" marL="0" rtl="0" algn="l">
              <a:spcBef>
                <a:spcPts val="500"/>
              </a:spcBef>
              <a:spcAft>
                <a:spcPts val="0"/>
              </a:spcAft>
              <a:buNone/>
            </a:pPr>
            <a:r>
              <a:t/>
            </a:r>
            <a:endParaRPr b="1" sz="2000"/>
          </a:p>
        </p:txBody>
      </p:sp>
      <p:sp>
        <p:nvSpPr>
          <p:cNvPr id="695" name="Google Shape;695;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696" name="Google Shape;696;p88"/>
          <p:cNvPicPr preferRelativeResize="0"/>
          <p:nvPr/>
        </p:nvPicPr>
        <p:blipFill>
          <a:blip r:embed="rId5">
            <a:alphaModFix/>
          </a:blip>
          <a:stretch>
            <a:fillRect/>
          </a:stretch>
        </p:blipFill>
        <p:spPr>
          <a:xfrm>
            <a:off x="5470725" y="4374100"/>
            <a:ext cx="5610225" cy="2428875"/>
          </a:xfrm>
          <a:prstGeom prst="rect">
            <a:avLst/>
          </a:prstGeom>
          <a:noFill/>
          <a:ln cap="flat" cmpd="sng" w="25400">
            <a:solidFill>
              <a:srgbClr val="6AA84F"/>
            </a:solidFill>
            <a:prstDash val="solid"/>
            <a:miter lim="8000"/>
            <a:headEnd len="sm" w="sm" type="none"/>
            <a:tailEnd len="sm" w="sm" type="none"/>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1" name="Shape 701"/>
        <p:cNvGrpSpPr/>
        <p:nvPr/>
      </p:nvGrpSpPr>
      <p:grpSpPr>
        <a:xfrm>
          <a:off x="0" y="0"/>
          <a:ext cx="0" cy="0"/>
          <a:chOff x="0" y="0"/>
          <a:chExt cx="0" cy="0"/>
        </a:xfrm>
      </p:grpSpPr>
      <p:sp>
        <p:nvSpPr>
          <p:cNvPr id="702" name="Google Shape;702;p8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703" name="Google Shape;703;p89"/>
          <p:cNvSpPr/>
          <p:nvPr/>
        </p:nvSpPr>
        <p:spPr>
          <a:xfrm>
            <a:off x="554416" y="365125"/>
            <a:ext cx="11167447" cy="2089317"/>
          </a:xfrm>
          <a:prstGeom prst="rect">
            <a:avLst/>
          </a:prstGeom>
          <a:solidFill>
            <a:schemeClr val="lt1"/>
          </a:solidFill>
          <a:ln cap="flat" cmpd="sng" w="12700">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704" name="Google Shape;704;p89"/>
          <p:cNvSpPr txBox="1"/>
          <p:nvPr>
            <p:ph type="title"/>
          </p:nvPr>
        </p:nvSpPr>
        <p:spPr>
          <a:xfrm>
            <a:off x="1051560" y="586822"/>
            <a:ext cx="3657600" cy="16459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venir"/>
              <a:buNone/>
            </a:pPr>
            <a:r>
              <a:rPr b="1" lang="en-US" sz="3200"/>
              <a:t>U</a:t>
            </a:r>
            <a:r>
              <a:rPr b="1" lang="en-US" sz="3200"/>
              <a:t>suarios del sistema</a:t>
            </a:r>
            <a:endParaRPr/>
          </a:p>
        </p:txBody>
      </p:sp>
      <p:sp>
        <p:nvSpPr>
          <p:cNvPr id="705" name="Google Shape;705;p89"/>
          <p:cNvSpPr/>
          <p:nvPr/>
        </p:nvSpPr>
        <p:spPr>
          <a:xfrm>
            <a:off x="490408" y="1057739"/>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06" name="Google Shape;706;p89"/>
          <p:cNvSpPr/>
          <p:nvPr/>
        </p:nvSpPr>
        <p:spPr>
          <a:xfrm rot="5400000">
            <a:off x="4243541" y="1400638"/>
            <a:ext cx="146304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707" name="Google Shape;707;p89"/>
          <p:cNvSpPr txBox="1"/>
          <p:nvPr>
            <p:ph idx="1" type="body"/>
          </p:nvPr>
        </p:nvSpPr>
        <p:spPr>
          <a:xfrm>
            <a:off x="5250106" y="586822"/>
            <a:ext cx="6106742" cy="1645920"/>
          </a:xfrm>
          <a:prstGeom prst="rect">
            <a:avLst/>
          </a:prstGeom>
          <a:noFill/>
          <a:ln>
            <a:noFill/>
          </a:ln>
        </p:spPr>
        <p:txBody>
          <a:bodyPr anchorCtr="0" anchor="t" bIns="45700" lIns="91425" spcFirstLastPara="1" rIns="91425" wrap="square" tIns="45700">
            <a:normAutofit/>
          </a:bodyPr>
          <a:lstStyle/>
          <a:p>
            <a:pPr indent="0" lvl="1" marL="0" rtl="0" algn="l">
              <a:lnSpc>
                <a:spcPct val="110000"/>
              </a:lnSpc>
              <a:spcBef>
                <a:spcPts val="500"/>
              </a:spcBef>
              <a:spcAft>
                <a:spcPts val="0"/>
              </a:spcAft>
              <a:buClr>
                <a:schemeClr val="dk1"/>
              </a:buClr>
              <a:buSzPts val="1295"/>
              <a:buNone/>
            </a:pPr>
            <a:r>
              <a:rPr lang="en-US" sz="2020"/>
              <a:t>Para que el sistema sea funcional, cada usuario debe tener permisos específicos definidos por sus necesidades. A continuación, se detallan las acciones principales por perfil:</a:t>
            </a:r>
            <a:endParaRPr sz="2020"/>
          </a:p>
        </p:txBody>
      </p:sp>
      <p:pic>
        <p:nvPicPr>
          <p:cNvPr descr="Pensar en progreso, buscar ideas. Hombre de negocios con un traje negro con engranajes (símbolo de progreso) en lugar de cabeza. Desde pequeñas hasta medianas y grandes. Flecha apuntando de uno a otro." id="708" name="Google Shape;708;p89"/>
          <p:cNvPicPr preferRelativeResize="0"/>
          <p:nvPr>
            <p:ph idx="2" type="pic"/>
          </p:nvPr>
        </p:nvPicPr>
        <p:blipFill rotWithShape="1">
          <a:blip r:embed="rId3">
            <a:alphaModFix/>
          </a:blip>
          <a:srcRect b="0" l="16828" r="16828" t="0"/>
          <a:stretch/>
        </p:blipFill>
        <p:spPr>
          <a:xfrm>
            <a:off x="704781" y="2593537"/>
            <a:ext cx="3462674" cy="3483864"/>
          </a:xfrm>
          <a:prstGeom prst="rect">
            <a:avLst/>
          </a:prstGeom>
          <a:blipFill rotWithShape="1">
            <a:blip r:embed="rId4">
              <a:alphaModFix amt="70000"/>
            </a:blip>
            <a:stretch>
              <a:fillRect b="0" l="0" r="0" t="0"/>
            </a:stretch>
          </a:blipFill>
          <a:ln>
            <a:noFill/>
          </a:ln>
        </p:spPr>
      </p:pic>
      <p:sp>
        <p:nvSpPr>
          <p:cNvPr id="709" name="Google Shape;709;p89"/>
          <p:cNvSpPr txBox="1"/>
          <p:nvPr>
            <p:ph idx="12" type="sldNum"/>
          </p:nvPr>
        </p:nvSpPr>
        <p:spPr>
          <a:xfrm>
            <a:off x="8610600" y="6356350"/>
            <a:ext cx="2746248"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rPr>
              <a:t>‹#›</a:t>
            </a:fld>
            <a:endParaRPr>
              <a:solidFill>
                <a:srgbClr val="7F7F7F"/>
              </a:solidFill>
            </a:endParaRPr>
          </a:p>
        </p:txBody>
      </p:sp>
      <p:graphicFrame>
        <p:nvGraphicFramePr>
          <p:cNvPr id="710" name="Google Shape;710;p89"/>
          <p:cNvGraphicFramePr/>
          <p:nvPr/>
        </p:nvGraphicFramePr>
        <p:xfrm>
          <a:off x="6198806" y="2549193"/>
          <a:ext cx="3000000" cy="3000000"/>
        </p:xfrm>
        <a:graphic>
          <a:graphicData uri="http://schemas.openxmlformats.org/drawingml/2006/table">
            <a:tbl>
              <a:tblPr bandRow="1" firstRow="1">
                <a:solidFill>
                  <a:srgbClr val="F2F2F2">
                    <a:alpha val="45098"/>
                  </a:srgbClr>
                </a:solidFill>
                <a:tableStyleId>{7C976240-0112-459D-B0F4-9A515B1AE02C}</a:tableStyleId>
              </a:tblPr>
              <a:tblGrid>
                <a:gridCol w="1849175"/>
                <a:gridCol w="3673900"/>
              </a:tblGrid>
              <a:tr h="495525">
                <a:tc>
                  <a:txBody>
                    <a:bodyPr/>
                    <a:lstStyle/>
                    <a:p>
                      <a:pPr indent="0" lvl="0" marL="0" marR="0" rtl="0" algn="l">
                        <a:spcBef>
                          <a:spcPts val="0"/>
                        </a:spcBef>
                        <a:spcAft>
                          <a:spcPts val="0"/>
                        </a:spcAft>
                        <a:buNone/>
                      </a:pPr>
                      <a:r>
                        <a:rPr b="0" lang="en-US" sz="1800" u="none" cap="none" strike="noStrike">
                          <a:solidFill>
                            <a:schemeClr val="lt1"/>
                          </a:solidFill>
                        </a:rPr>
                        <a:t>usuario</a:t>
                      </a:r>
                      <a:endParaRPr/>
                    </a:p>
                  </a:txBody>
                  <a:tcPr marT="117050" marB="58525" marR="117050" marL="117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lang="en-US" sz="1800" cap="none">
                          <a:solidFill>
                            <a:schemeClr val="lt1"/>
                          </a:solidFill>
                        </a:rPr>
                        <a:t>Descripción breve</a:t>
                      </a:r>
                      <a:endParaRPr/>
                    </a:p>
                  </a:txBody>
                  <a:tcPr marT="117050" marB="58525" marR="117050" marL="117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487725">
                <a:tc>
                  <a:txBody>
                    <a:bodyPr/>
                    <a:lstStyle/>
                    <a:p>
                      <a:pPr indent="0" lvl="0" marL="0" marR="0" rtl="0" algn="l">
                        <a:spcBef>
                          <a:spcPts val="0"/>
                        </a:spcBef>
                        <a:spcAft>
                          <a:spcPts val="0"/>
                        </a:spcAft>
                        <a:buNone/>
                      </a:pPr>
                      <a:r>
                        <a:rPr lang="en-US" sz="1500"/>
                        <a:t>Docente/</a:t>
                      </a:r>
                      <a:r>
                        <a:rPr lang="en-US" sz="1500"/>
                        <a:t>Investigador</a:t>
                      </a:r>
                      <a:endParaRPr sz="1500"/>
                    </a:p>
                    <a:p>
                      <a:pPr indent="0" lvl="0" marL="0" marR="0" rtl="0" algn="l">
                        <a:spcBef>
                          <a:spcPts val="0"/>
                        </a:spcBef>
                        <a:spcAft>
                          <a:spcPts val="0"/>
                        </a:spcAft>
                        <a:buNone/>
                      </a:pPr>
                      <a:r>
                        <a:t/>
                      </a:r>
                      <a:endParaRPr sz="1500"/>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c>
                  <a:txBody>
                    <a:bodyPr/>
                    <a:lstStyle/>
                    <a:p>
                      <a:pPr indent="0" lvl="0" marL="0" marR="0" rtl="0" algn="l">
                        <a:spcBef>
                          <a:spcPts val="0"/>
                        </a:spcBef>
                        <a:spcAft>
                          <a:spcPts val="0"/>
                        </a:spcAft>
                        <a:buNone/>
                      </a:pPr>
                      <a:r>
                        <a:rPr lang="en-US" sz="1500"/>
                        <a:t>Realiza consultas avanzadas y gestiona materiales especializados para su trabajo académico</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r>
              <a:tr h="487725">
                <a:tc>
                  <a:txBody>
                    <a:bodyPr/>
                    <a:lstStyle/>
                    <a:p>
                      <a:pPr indent="0" lvl="0" marL="0" marR="0" rtl="0" algn="l">
                        <a:spcBef>
                          <a:spcPts val="0"/>
                        </a:spcBef>
                        <a:spcAft>
                          <a:spcPts val="0"/>
                        </a:spcAft>
                        <a:buNone/>
                      </a:pPr>
                      <a:r>
                        <a:rPr lang="en-US" sz="1500"/>
                        <a:t>Estudiante</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c>
                  <a:txBody>
                    <a:bodyPr/>
                    <a:lstStyle/>
                    <a:p>
                      <a:pPr indent="0" lvl="0" marL="0" marR="0" rtl="0" algn="l">
                        <a:spcBef>
                          <a:spcPts val="0"/>
                        </a:spcBef>
                        <a:spcAft>
                          <a:spcPts val="0"/>
                        </a:spcAft>
                        <a:buNone/>
                      </a:pPr>
                      <a:r>
                        <a:rPr lang="en-US" sz="1500"/>
                        <a:t>Utiliza el catálogo en línea, solicita préstamos y recibe notificaciones.</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r>
              <a:tr h="487725">
                <a:tc>
                  <a:txBody>
                    <a:bodyPr/>
                    <a:lstStyle/>
                    <a:p>
                      <a:pPr indent="0" lvl="0" marL="0" rtl="0" algn="l">
                        <a:spcBef>
                          <a:spcPts val="0"/>
                        </a:spcBef>
                        <a:spcAft>
                          <a:spcPts val="0"/>
                        </a:spcAft>
                        <a:buClr>
                          <a:schemeClr val="dk1"/>
                        </a:buClr>
                        <a:buSzPts val="1100"/>
                        <a:buFont typeface="Arial"/>
                        <a:buNone/>
                      </a:pPr>
                      <a:r>
                        <a:rPr lang="en-US" sz="1600">
                          <a:latin typeface="Calibri"/>
                          <a:ea typeface="Calibri"/>
                          <a:cs typeface="Calibri"/>
                          <a:sym typeface="Calibri"/>
                        </a:rPr>
                        <a:t>Bibliotecario</a:t>
                      </a:r>
                      <a:endParaRPr sz="20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c>
                  <a:txBody>
                    <a:bodyPr/>
                    <a:lstStyle/>
                    <a:p>
                      <a:pPr indent="0" lvl="0" marL="0" marR="0" rtl="0" algn="l">
                        <a:spcBef>
                          <a:spcPts val="0"/>
                        </a:spcBef>
                        <a:spcAft>
                          <a:spcPts val="0"/>
                        </a:spcAft>
                        <a:buNone/>
                      </a:pPr>
                      <a:r>
                        <a:rPr lang="en-US" sz="1500"/>
                        <a:t>Encargado de registros físicos, actualización de catálogo y gestión de ubicación de materiales</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r>
              <a:tr h="487725">
                <a:tc>
                  <a:txBody>
                    <a:bodyPr/>
                    <a:lstStyle/>
                    <a:p>
                      <a:pPr indent="0" lvl="0" marL="0" marR="0" rtl="0" algn="l">
                        <a:spcBef>
                          <a:spcPts val="0"/>
                        </a:spcBef>
                        <a:spcAft>
                          <a:spcPts val="0"/>
                        </a:spcAft>
                        <a:buClr>
                          <a:schemeClr val="dk1"/>
                        </a:buClr>
                        <a:buSzPts val="1500"/>
                        <a:buFont typeface="Avenir"/>
                        <a:buNone/>
                      </a:pPr>
                      <a:r>
                        <a:rPr lang="en-US" sz="1500"/>
                        <a:t>Administrador</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c>
                  <a:txBody>
                    <a:bodyPr/>
                    <a:lstStyle/>
                    <a:p>
                      <a:pPr indent="0" lvl="0" marL="0" marR="0" rtl="0" algn="l">
                        <a:spcBef>
                          <a:spcPts val="0"/>
                        </a:spcBef>
                        <a:spcAft>
                          <a:spcPts val="0"/>
                        </a:spcAft>
                        <a:buClr>
                          <a:schemeClr val="dk1"/>
                        </a:buClr>
                        <a:buSzPts val="1500"/>
                        <a:buFont typeface="Avenir"/>
                        <a:buNone/>
                      </a:pPr>
                      <a:r>
                        <a:rPr lang="en-US" sz="1500"/>
                        <a:t>Responsable de la gestión de roles, seguridad del sistema y generación de informes estadísticos..</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r>
            </a:tbl>
          </a:graphicData>
        </a:graphic>
      </p:graphicFrame>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07"/>
                                        </p:tgtEl>
                                        <p:attrNameLst>
                                          <p:attrName>style.visibility</p:attrName>
                                        </p:attrNameLst>
                                      </p:cBhvr>
                                      <p:to>
                                        <p:strVal val="visible"/>
                                      </p:to>
                                    </p:set>
                                    <p:animEffect filter="fade" transition="in">
                                      <p:cBhvr>
                                        <p:cTn dur="500"/>
                                        <p:tgtEl>
                                          <p:spTgt spid="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pic>
        <p:nvPicPr>
          <p:cNvPr id="716" name="Google Shape;716;p90" title="14.jpg"/>
          <p:cNvPicPr preferRelativeResize="0"/>
          <p:nvPr>
            <p:ph idx="2" type="pic"/>
          </p:nvPr>
        </p:nvPicPr>
        <p:blipFill rotWithShape="1">
          <a:blip r:embed="rId3">
            <a:alphaModFix/>
          </a:blip>
          <a:srcRect b="0" l="0" r="-2114" t="0"/>
          <a:stretch/>
        </p:blipFill>
        <p:spPr>
          <a:xfrm>
            <a:off x="679775" y="1704900"/>
            <a:ext cx="4702675" cy="3166800"/>
          </a:xfrm>
          <a:prstGeom prst="rect">
            <a:avLst/>
          </a:prstGeom>
          <a:noFill/>
          <a:ln>
            <a:noFill/>
          </a:ln>
        </p:spPr>
      </p:pic>
      <p:sp>
        <p:nvSpPr>
          <p:cNvPr id="717" name="Google Shape;717;p90"/>
          <p:cNvSpPr txBox="1"/>
          <p:nvPr>
            <p:ph type="title"/>
          </p:nvPr>
        </p:nvSpPr>
        <p:spPr>
          <a:xfrm>
            <a:off x="371653" y="333855"/>
            <a:ext cx="4780509" cy="1380814"/>
          </a:xfrm>
          <a:prstGeom prst="rect">
            <a:avLst/>
          </a:prstGeom>
          <a:noFill/>
          <a:ln>
            <a:noFill/>
          </a:ln>
        </p:spPr>
        <p:txBody>
          <a:bodyPr anchorCtr="0" anchor="t" bIns="45700" lIns="137150" spcFirstLastPara="1" rIns="91425" wrap="square" tIns="137150">
            <a:normAutofit/>
          </a:bodyPr>
          <a:lstStyle/>
          <a:p>
            <a:pPr indent="0" lvl="0" marL="0" rtl="0" algn="l">
              <a:lnSpc>
                <a:spcPct val="90000"/>
              </a:lnSpc>
              <a:spcBef>
                <a:spcPts val="0"/>
              </a:spcBef>
              <a:spcAft>
                <a:spcPts val="0"/>
              </a:spcAft>
              <a:buClr>
                <a:srgbClr val="0070C0"/>
              </a:buClr>
              <a:buSzPts val="2600"/>
              <a:buFont typeface="Avenir"/>
              <a:buNone/>
            </a:pPr>
            <a:r>
              <a:rPr b="1" lang="en-US" sz="2600">
                <a:solidFill>
                  <a:srgbClr val="0070C0"/>
                </a:solidFill>
              </a:rPr>
              <a:t>Metodología de desarrollo seleccionada</a:t>
            </a:r>
            <a:endParaRPr b="1" sz="2600">
              <a:solidFill>
                <a:srgbClr val="0070C0"/>
              </a:solidFill>
            </a:endParaRPr>
          </a:p>
        </p:txBody>
      </p:sp>
      <p:sp>
        <p:nvSpPr>
          <p:cNvPr id="718" name="Google Shape;718;p90"/>
          <p:cNvSpPr txBox="1"/>
          <p:nvPr>
            <p:ph idx="1" type="body"/>
          </p:nvPr>
        </p:nvSpPr>
        <p:spPr>
          <a:xfrm>
            <a:off x="5571000" y="556300"/>
            <a:ext cx="5430900" cy="44148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0000"/>
              </a:lnSpc>
              <a:spcBef>
                <a:spcPts val="0"/>
              </a:spcBef>
              <a:spcAft>
                <a:spcPts val="0"/>
              </a:spcAft>
              <a:buClr>
                <a:schemeClr val="dk1"/>
              </a:buClr>
              <a:buSzPct val="35000"/>
              <a:buFont typeface="Arial"/>
              <a:buNone/>
            </a:pPr>
            <a:r>
              <a:rPr b="1" lang="en-US" sz="8000">
                <a:latin typeface="Arial"/>
                <a:ea typeface="Arial"/>
                <a:cs typeface="Arial"/>
                <a:sym typeface="Arial"/>
              </a:rPr>
              <a:t>Metodología Seleccionada</a:t>
            </a:r>
            <a:r>
              <a:rPr lang="en-US" sz="8000">
                <a:latin typeface="Arial"/>
                <a:ea typeface="Arial"/>
                <a:cs typeface="Arial"/>
                <a:sym typeface="Arial"/>
              </a:rPr>
              <a:t> : RUP (Proceso Unificado Racional).</a:t>
            </a:r>
            <a:endParaRPr sz="8000">
              <a:latin typeface="Arial"/>
              <a:ea typeface="Arial"/>
              <a:cs typeface="Arial"/>
              <a:sym typeface="Arial"/>
            </a:endParaRPr>
          </a:p>
          <a:p>
            <a:pPr indent="0" lvl="0" marL="0" rtl="0" algn="l">
              <a:lnSpc>
                <a:spcPct val="115000"/>
              </a:lnSpc>
              <a:spcBef>
                <a:spcPts val="0"/>
              </a:spcBef>
              <a:spcAft>
                <a:spcPts val="0"/>
              </a:spcAft>
              <a:buClr>
                <a:schemeClr val="dk1"/>
              </a:buClr>
              <a:buSzPts val="275"/>
              <a:buFont typeface="Arial"/>
              <a:buNone/>
            </a:pPr>
            <a:r>
              <a:t/>
            </a:r>
            <a:endParaRPr b="1" sz="8000">
              <a:latin typeface="Arial"/>
              <a:ea typeface="Arial"/>
              <a:cs typeface="Arial"/>
              <a:sym typeface="Arial"/>
            </a:endParaRPr>
          </a:p>
          <a:p>
            <a:pPr indent="0" lvl="0" marL="0" rtl="0" algn="l">
              <a:lnSpc>
                <a:spcPct val="115000"/>
              </a:lnSpc>
              <a:spcBef>
                <a:spcPts val="0"/>
              </a:spcBef>
              <a:spcAft>
                <a:spcPts val="0"/>
              </a:spcAft>
              <a:buClr>
                <a:schemeClr val="dk1"/>
              </a:buClr>
              <a:buSzPts val="275"/>
              <a:buFont typeface="Arial"/>
              <a:buNone/>
            </a:pPr>
            <a:r>
              <a:t/>
            </a:r>
            <a:endParaRPr b="1" sz="8000">
              <a:latin typeface="Arial"/>
              <a:ea typeface="Arial"/>
              <a:cs typeface="Arial"/>
              <a:sym typeface="Arial"/>
            </a:endParaRPr>
          </a:p>
          <a:p>
            <a:pPr indent="0" lvl="0" marL="0" rtl="0" algn="l">
              <a:lnSpc>
                <a:spcPct val="110000"/>
              </a:lnSpc>
              <a:spcBef>
                <a:spcPts val="0"/>
              </a:spcBef>
              <a:spcAft>
                <a:spcPts val="0"/>
              </a:spcAft>
              <a:buClr>
                <a:schemeClr val="dk1"/>
              </a:buClr>
              <a:buSzPts val="275"/>
              <a:buFont typeface="Arial"/>
              <a:buNone/>
            </a:pPr>
            <a:r>
              <a:rPr b="1" lang="en-US" sz="8000">
                <a:latin typeface="Arial"/>
                <a:ea typeface="Arial"/>
                <a:cs typeface="Arial"/>
                <a:sym typeface="Arial"/>
              </a:rPr>
              <a:t>Importancia de la selección metodológica:</a:t>
            </a:r>
            <a:endParaRPr b="1" baseline="30000" sz="8000">
              <a:latin typeface="Arial"/>
              <a:ea typeface="Arial"/>
              <a:cs typeface="Arial"/>
              <a:sym typeface="Arial"/>
            </a:endParaRPr>
          </a:p>
          <a:p>
            <a:pPr indent="0" lvl="0" marL="0" rtl="0" algn="l">
              <a:lnSpc>
                <a:spcPct val="115000"/>
              </a:lnSpc>
              <a:spcBef>
                <a:spcPts val="0"/>
              </a:spcBef>
              <a:spcAft>
                <a:spcPts val="0"/>
              </a:spcAft>
              <a:buClr>
                <a:schemeClr val="dk1"/>
              </a:buClr>
              <a:buSzPts val="275"/>
              <a:buFont typeface="Arial"/>
              <a:buNone/>
            </a:pPr>
            <a:r>
              <a:rPr lang="en-US" sz="8000">
                <a:latin typeface="Arial"/>
                <a:ea typeface="Arial"/>
                <a:cs typeface="Arial"/>
                <a:sym typeface="Arial"/>
              </a:rPr>
              <a:t>RUP permite una entrega temprana de módulos críticos y la reducción de riesgos mediante un desarrollo iterativo y controlado.</a:t>
            </a:r>
            <a:endParaRPr sz="8000">
              <a:latin typeface="Arial"/>
              <a:ea typeface="Arial"/>
              <a:cs typeface="Arial"/>
              <a:sym typeface="Arial"/>
            </a:endParaRPr>
          </a:p>
          <a:p>
            <a:pPr indent="0" lvl="0" marL="0" rtl="0" algn="l">
              <a:lnSpc>
                <a:spcPct val="115000"/>
              </a:lnSpc>
              <a:spcBef>
                <a:spcPts val="0"/>
              </a:spcBef>
              <a:spcAft>
                <a:spcPts val="0"/>
              </a:spcAft>
              <a:buClr>
                <a:schemeClr val="dk1"/>
              </a:buClr>
              <a:buSzPts val="275"/>
              <a:buFont typeface="Arial"/>
              <a:buNone/>
            </a:pPr>
            <a:r>
              <a:t/>
            </a:r>
            <a:endParaRPr b="1" sz="8000">
              <a:latin typeface="Arial"/>
              <a:ea typeface="Arial"/>
              <a:cs typeface="Arial"/>
              <a:sym typeface="Arial"/>
            </a:endParaRPr>
          </a:p>
          <a:p>
            <a:pPr indent="0" lvl="0" marL="0" rtl="0" algn="l">
              <a:lnSpc>
                <a:spcPct val="115000"/>
              </a:lnSpc>
              <a:spcBef>
                <a:spcPts val="0"/>
              </a:spcBef>
              <a:spcAft>
                <a:spcPts val="0"/>
              </a:spcAft>
              <a:buClr>
                <a:schemeClr val="dk1"/>
              </a:buClr>
              <a:buSzPts val="275"/>
              <a:buFont typeface="Arial"/>
              <a:buNone/>
            </a:pPr>
            <a:r>
              <a:t/>
            </a:r>
            <a:endParaRPr b="1" sz="8000">
              <a:latin typeface="Arial"/>
              <a:ea typeface="Arial"/>
              <a:cs typeface="Arial"/>
              <a:sym typeface="Arial"/>
            </a:endParaRPr>
          </a:p>
          <a:p>
            <a:pPr indent="0" lvl="0" marL="0" rtl="0" algn="l">
              <a:lnSpc>
                <a:spcPct val="115000"/>
              </a:lnSpc>
              <a:spcBef>
                <a:spcPts val="0"/>
              </a:spcBef>
              <a:spcAft>
                <a:spcPts val="0"/>
              </a:spcAft>
              <a:buClr>
                <a:schemeClr val="dk1"/>
              </a:buClr>
              <a:buSzPts val="275"/>
              <a:buFont typeface="Arial"/>
              <a:buNone/>
            </a:pPr>
            <a:r>
              <a:rPr b="1" lang="en-US" sz="8000">
                <a:latin typeface="Arial"/>
                <a:ea typeface="Arial"/>
                <a:cs typeface="Arial"/>
                <a:sym typeface="Arial"/>
              </a:rPr>
              <a:t>Justificación</a:t>
            </a:r>
            <a:r>
              <a:rPr lang="en-US" sz="8000">
                <a:latin typeface="Arial"/>
                <a:ea typeface="Arial"/>
                <a:cs typeface="Arial"/>
                <a:sym typeface="Arial"/>
              </a:rPr>
              <a:t> : Se elige por ser un marco de trabajo iterativo que permite una definición rigurosa de requisitos y se adapta bien a los objetivos de la asignatura.</a:t>
            </a:r>
            <a:endParaRPr sz="8000">
              <a:latin typeface="Arial"/>
              <a:ea typeface="Arial"/>
              <a:cs typeface="Arial"/>
              <a:sym typeface="Arial"/>
            </a:endParaRPr>
          </a:p>
          <a:p>
            <a:pPr indent="0" lvl="0" marL="0" rtl="0" algn="l">
              <a:lnSpc>
                <a:spcPct val="110000"/>
              </a:lnSpc>
              <a:spcBef>
                <a:spcPts val="0"/>
              </a:spcBef>
              <a:spcAft>
                <a:spcPts val="0"/>
              </a:spcAft>
              <a:buClr>
                <a:schemeClr val="dk1"/>
              </a:buClr>
              <a:buSzPct val="100000"/>
              <a:buFont typeface="Arial"/>
              <a:buNone/>
            </a:pPr>
            <a:r>
              <a:t/>
            </a:r>
            <a:endParaRPr b="1"/>
          </a:p>
          <a:p>
            <a:pPr indent="0" lvl="0" marL="0" rtl="0" algn="l">
              <a:lnSpc>
                <a:spcPct val="110000"/>
              </a:lnSpc>
              <a:spcBef>
                <a:spcPts val="2500"/>
              </a:spcBef>
              <a:spcAft>
                <a:spcPts val="0"/>
              </a:spcAft>
              <a:buClr>
                <a:schemeClr val="dk1"/>
              </a:buClr>
              <a:buSzPct val="100000"/>
              <a:buFont typeface="Arial"/>
              <a:buNone/>
            </a:pPr>
            <a:r>
              <a:t/>
            </a:r>
            <a:endParaRPr b="1"/>
          </a:p>
        </p:txBody>
      </p:sp>
      <p:sp>
        <p:nvSpPr>
          <p:cNvPr id="719" name="Google Shape;719;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720" name="Google Shape;720;p90"/>
          <p:cNvSpPr txBox="1"/>
          <p:nvPr/>
        </p:nvSpPr>
        <p:spPr>
          <a:xfrm>
            <a:off x="774150" y="5096525"/>
            <a:ext cx="4377900" cy="12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Avenir"/>
                <a:ea typeface="Avenir"/>
                <a:cs typeface="Avenir"/>
                <a:sym typeface="Avenir"/>
              </a:rPr>
              <a:t>Metodología RUP: Enfoque iterativo e incremental centrado en la arquitectura para garantizar calidad y mitigación de riesgos en el sistema UNILIB.</a:t>
            </a:r>
            <a:endParaRPr sz="1500">
              <a:solidFill>
                <a:schemeClr val="dk1"/>
              </a:solidFill>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18"/>
                                        </p:tgtEl>
                                        <p:attrNameLst>
                                          <p:attrName>style.visibility</p:attrName>
                                        </p:attrNameLst>
                                      </p:cBhvr>
                                      <p:to>
                                        <p:strVal val="visible"/>
                                      </p:to>
                                    </p:set>
                                    <p:animEffect filter="fade" transition="in">
                                      <p:cBhvr>
                                        <p:cTn dur="500"/>
                                        <p:tgtEl>
                                          <p:spTgt spid="7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1"/>
          <p:cNvSpPr txBox="1"/>
          <p:nvPr>
            <p:ph type="ctrTitle"/>
          </p:nvPr>
        </p:nvSpPr>
        <p:spPr>
          <a:xfrm>
            <a:off x="1296351" y="338300"/>
            <a:ext cx="11712900" cy="570900"/>
          </a:xfrm>
          <a:prstGeom prst="rect">
            <a:avLst/>
          </a:prstGeom>
          <a:noFill/>
          <a:ln>
            <a:noFill/>
          </a:ln>
        </p:spPr>
        <p:txBody>
          <a:bodyPr anchorCtr="0" anchor="t" bIns="137150" lIns="91425" spcFirstLastPara="1" rIns="91425" wrap="square" tIns="45700">
            <a:noAutofit/>
          </a:bodyPr>
          <a:lstStyle/>
          <a:p>
            <a:pPr indent="0" lvl="0" marL="0" rtl="0" algn="l">
              <a:lnSpc>
                <a:spcPct val="100000"/>
              </a:lnSpc>
              <a:spcBef>
                <a:spcPts val="0"/>
              </a:spcBef>
              <a:spcAft>
                <a:spcPts val="0"/>
              </a:spcAft>
              <a:buClr>
                <a:srgbClr val="0070C0"/>
              </a:buClr>
              <a:buSzPts val="4000"/>
              <a:buFont typeface="Open Sans Light"/>
              <a:buNone/>
            </a:pPr>
            <a:r>
              <a:rPr b="1" lang="en-US" sz="4000">
                <a:solidFill>
                  <a:srgbClr val="0070C0"/>
                </a:solidFill>
                <a:latin typeface="Open Sans Light"/>
                <a:ea typeface="Open Sans Light"/>
                <a:cs typeface="Open Sans Light"/>
                <a:sym typeface="Open Sans Light"/>
              </a:rPr>
              <a:t>Requerimientos funcionales del sistema</a:t>
            </a:r>
            <a:endParaRPr b="1" sz="4000">
              <a:solidFill>
                <a:srgbClr val="0070C0"/>
              </a:solidFill>
              <a:latin typeface="Open Sans Light"/>
              <a:ea typeface="Open Sans Light"/>
              <a:cs typeface="Open Sans Light"/>
              <a:sym typeface="Open Sans Light"/>
            </a:endParaRPr>
          </a:p>
          <a:p>
            <a:pPr indent="0" lvl="0" marL="0" rtl="0" algn="l">
              <a:lnSpc>
                <a:spcPct val="90000"/>
              </a:lnSpc>
              <a:spcBef>
                <a:spcPts val="0"/>
              </a:spcBef>
              <a:spcAft>
                <a:spcPts val="0"/>
              </a:spcAft>
              <a:buClr>
                <a:schemeClr val="dk1"/>
              </a:buClr>
              <a:buSzPts val="8000"/>
              <a:buFont typeface="Avenir"/>
              <a:buNone/>
            </a:pPr>
            <a:r>
              <a:t/>
            </a:r>
            <a:endParaRPr/>
          </a:p>
        </p:txBody>
      </p:sp>
      <p:graphicFrame>
        <p:nvGraphicFramePr>
          <p:cNvPr id="726" name="Google Shape;726;p91"/>
          <p:cNvGraphicFramePr/>
          <p:nvPr/>
        </p:nvGraphicFramePr>
        <p:xfrm>
          <a:off x="122400" y="1485700"/>
          <a:ext cx="3000000" cy="3000000"/>
        </p:xfrm>
        <a:graphic>
          <a:graphicData uri="http://schemas.openxmlformats.org/drawingml/2006/table">
            <a:tbl>
              <a:tblPr>
                <a:noFill/>
                <a:tableStyleId>{3F093B52-0A29-41B3-8AB2-B6516E472F90}</a:tableStyleId>
              </a:tblPr>
              <a:tblGrid>
                <a:gridCol w="4023200"/>
                <a:gridCol w="4023200"/>
                <a:gridCol w="4023200"/>
              </a:tblGrid>
              <a:tr h="467550">
                <a:tc>
                  <a:txBody>
                    <a:bodyPr/>
                    <a:lstStyle/>
                    <a:p>
                      <a:pPr indent="0" lvl="0" marL="0" rtl="0" algn="l">
                        <a:spcBef>
                          <a:spcPts val="0"/>
                        </a:spcBef>
                        <a:spcAft>
                          <a:spcPts val="0"/>
                        </a:spcAft>
                        <a:buNone/>
                      </a:pPr>
                      <a:r>
                        <a:rPr lang="en-US" sz="2000">
                          <a:latin typeface="Calibri"/>
                          <a:ea typeface="Calibri"/>
                          <a:cs typeface="Calibri"/>
                          <a:sym typeface="Calibri"/>
                        </a:rPr>
                        <a:t>Módulo 1</a:t>
                      </a:r>
                      <a:endParaRPr sz="2000">
                        <a:latin typeface="Calibri"/>
                        <a:ea typeface="Calibri"/>
                        <a:cs typeface="Calibri"/>
                        <a:sym typeface="Calibri"/>
                      </a:endParaRPr>
                    </a:p>
                  </a:txBody>
                  <a:tcPr marT="91425" marB="91425" marR="91425" marL="91425">
                    <a:solidFill>
                      <a:srgbClr val="A4C2F4"/>
                    </a:solidFill>
                  </a:tcPr>
                </a:tc>
                <a:tc>
                  <a:txBody>
                    <a:bodyPr/>
                    <a:lstStyle/>
                    <a:p>
                      <a:pPr indent="0" lvl="0" marL="0" rtl="0" algn="l">
                        <a:lnSpc>
                          <a:spcPct val="115000"/>
                        </a:lnSpc>
                        <a:spcBef>
                          <a:spcPts val="0"/>
                        </a:spcBef>
                        <a:spcAft>
                          <a:spcPts val="1000"/>
                        </a:spcAft>
                        <a:buClr>
                          <a:schemeClr val="dk1"/>
                        </a:buClr>
                        <a:buSzPts val="1100"/>
                        <a:buFont typeface="Arial"/>
                        <a:buNone/>
                      </a:pPr>
                      <a:r>
                        <a:rPr lang="en-US" sz="2000">
                          <a:solidFill>
                            <a:schemeClr val="dk1"/>
                          </a:solidFill>
                          <a:latin typeface="Calibri"/>
                          <a:ea typeface="Calibri"/>
                          <a:cs typeface="Calibri"/>
                          <a:sym typeface="Calibri"/>
                        </a:rPr>
                        <a:t>Gestión de usuarios:</a:t>
                      </a:r>
                      <a:endParaRPr sz="2000"/>
                    </a:p>
                  </a:txBody>
                  <a:tcPr marT="91425" marB="91425" marR="91425" marL="91425">
                    <a:solidFill>
                      <a:srgbClr val="A4C2F4"/>
                    </a:solidFill>
                  </a:tcPr>
                </a:tc>
                <a:tc>
                  <a:txBody>
                    <a:bodyPr/>
                    <a:lstStyle/>
                    <a:p>
                      <a:pPr indent="0" lvl="0" marL="0" rtl="0" algn="l">
                        <a:lnSpc>
                          <a:spcPct val="115000"/>
                        </a:lnSpc>
                        <a:spcBef>
                          <a:spcPts val="0"/>
                        </a:spcBef>
                        <a:spcAft>
                          <a:spcPts val="1000"/>
                        </a:spcAft>
                        <a:buNone/>
                      </a:pPr>
                      <a:r>
                        <a:rPr lang="en-US" sz="2000">
                          <a:solidFill>
                            <a:schemeClr val="dk1"/>
                          </a:solidFill>
                          <a:latin typeface="Calibri"/>
                          <a:ea typeface="Calibri"/>
                          <a:cs typeface="Calibri"/>
                          <a:sym typeface="Calibri"/>
                        </a:rPr>
                        <a:t>Descripción</a:t>
                      </a:r>
                      <a:endParaRPr sz="2000">
                        <a:solidFill>
                          <a:schemeClr val="dk1"/>
                        </a:solidFill>
                        <a:latin typeface="Calibri"/>
                        <a:ea typeface="Calibri"/>
                        <a:cs typeface="Calibri"/>
                        <a:sym typeface="Calibri"/>
                      </a:endParaRPr>
                    </a:p>
                  </a:txBody>
                  <a:tcPr marT="91425" marB="91425" marR="91425" marL="91425">
                    <a:solidFill>
                      <a:srgbClr val="A4C2F4"/>
                    </a:solidFill>
                  </a:tcPr>
                </a:tc>
              </a:tr>
              <a:tr h="467550">
                <a:tc>
                  <a:txBody>
                    <a:bodyPr/>
                    <a:lstStyle/>
                    <a:p>
                      <a:pPr indent="0" lvl="0" marL="0" rtl="0" algn="l">
                        <a:spcBef>
                          <a:spcPts val="0"/>
                        </a:spcBef>
                        <a:spcAft>
                          <a:spcPts val="0"/>
                        </a:spcAft>
                        <a:buNone/>
                      </a:pPr>
                      <a:r>
                        <a:rPr lang="en-US" sz="2000">
                          <a:latin typeface="Calibri"/>
                          <a:ea typeface="Calibri"/>
                          <a:cs typeface="Calibri"/>
                          <a:sym typeface="Calibri"/>
                        </a:rPr>
                        <a:t>RF- 1.1</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Registro de usuario</a:t>
                      </a:r>
                      <a:endParaRPr sz="2000"/>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El sistema debe permitir el registro de usuario recibiendo como datos su rut, nombre y apellido, correo institucional y carrera.</a:t>
                      </a:r>
                      <a:endParaRPr sz="2000">
                        <a:solidFill>
                          <a:schemeClr val="dk1"/>
                        </a:solidFill>
                        <a:latin typeface="Calibri"/>
                        <a:ea typeface="Calibri"/>
                        <a:cs typeface="Calibri"/>
                        <a:sym typeface="Calibri"/>
                      </a:endParaRPr>
                    </a:p>
                  </a:txBody>
                  <a:tcPr marT="91425" marB="91425" marR="91425" marL="91425"/>
                </a:tc>
              </a:tr>
              <a:tr h="467550">
                <a:tc>
                  <a:txBody>
                    <a:bodyPr/>
                    <a:lstStyle/>
                    <a:p>
                      <a:pPr indent="0" lvl="0" marL="0" rtl="0" algn="l">
                        <a:spcBef>
                          <a:spcPts val="0"/>
                        </a:spcBef>
                        <a:spcAft>
                          <a:spcPts val="0"/>
                        </a:spcAft>
                        <a:buNone/>
                      </a:pPr>
                      <a:r>
                        <a:rPr lang="en-US" sz="2000">
                          <a:latin typeface="Calibri"/>
                          <a:ea typeface="Calibri"/>
                          <a:cs typeface="Calibri"/>
                          <a:sym typeface="Calibri"/>
                        </a:rPr>
                        <a:t>RF-1.2</a:t>
                      </a:r>
                      <a:endParaRPr sz="2000">
                        <a:latin typeface="Calibri"/>
                        <a:ea typeface="Calibri"/>
                        <a:cs typeface="Calibri"/>
                        <a:sym typeface="Calibri"/>
                      </a:endParaRPr>
                    </a:p>
                  </a:txBody>
                  <a:tcPr marT="91425" marB="91425" marR="91425" marL="91425">
                    <a:solidFill>
                      <a:schemeClr val="lt1"/>
                    </a:solidFill>
                  </a:tcPr>
                </a:tc>
                <a:tc>
                  <a:txBody>
                    <a:bodyPr/>
                    <a:lstStyle/>
                    <a:p>
                      <a:pPr indent="0" lvl="0" marL="0" rtl="0" algn="l">
                        <a:spcBef>
                          <a:spcPts val="0"/>
                        </a:spcBef>
                        <a:spcAft>
                          <a:spcPts val="0"/>
                        </a:spcAft>
                        <a:buNone/>
                      </a:pPr>
                      <a:r>
                        <a:rPr lang="en-US" sz="2000"/>
                        <a:t>Control de acceso</a:t>
                      </a:r>
                      <a:endParaRPr sz="2000"/>
                    </a:p>
                  </a:txBody>
                  <a:tcPr marT="91425" marB="91425" marR="91425" marL="91425">
                    <a:solidFill>
                      <a:schemeClr val="lt1"/>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El sistema debe validar la identidad del usuario mediante login y restringir el acceso al rol que se le asigne.</a:t>
                      </a:r>
                      <a:endParaRPr sz="2000">
                        <a:solidFill>
                          <a:schemeClr val="dk1"/>
                        </a:solidFill>
                        <a:latin typeface="Calibri"/>
                        <a:ea typeface="Calibri"/>
                        <a:cs typeface="Calibri"/>
                        <a:sym typeface="Calibri"/>
                      </a:endParaRPr>
                    </a:p>
                  </a:txBody>
                  <a:tcPr marT="91425" marB="91425" marR="91425" marL="91425">
                    <a:solidFill>
                      <a:schemeClr val="lt1"/>
                    </a:solidFill>
                  </a:tcPr>
                </a:tc>
              </a:tr>
              <a:tr h="467550">
                <a:tc>
                  <a:txBody>
                    <a:bodyPr/>
                    <a:lstStyle/>
                    <a:p>
                      <a:pPr indent="0" lvl="0" marL="0" rtl="0" algn="l">
                        <a:spcBef>
                          <a:spcPts val="0"/>
                        </a:spcBef>
                        <a:spcAft>
                          <a:spcPts val="0"/>
                        </a:spcAft>
                        <a:buNone/>
                      </a:pPr>
                      <a:r>
                        <a:rPr lang="en-US" sz="2000">
                          <a:latin typeface="Calibri"/>
                          <a:ea typeface="Calibri"/>
                          <a:cs typeface="Calibri"/>
                          <a:sym typeface="Calibri"/>
                        </a:rPr>
                        <a:t>RF-1.3</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Mantenimiento de perfiles</a:t>
                      </a:r>
                      <a:endParaRPr sz="2000"/>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El sistema permitirá la edición de datos de contacto y la desactivación de cuentas inactivas.</a:t>
                      </a:r>
                      <a:endParaRPr sz="2000">
                        <a:solidFill>
                          <a:schemeClr val="dk1"/>
                        </a:solidFill>
                        <a:latin typeface="Calibri"/>
                        <a:ea typeface="Calibri"/>
                        <a:cs typeface="Calibri"/>
                        <a:sym typeface="Calibri"/>
                      </a:endParaRPr>
                    </a:p>
                  </a:txBody>
                  <a:tcPr marT="91425" marB="91425" marR="91425" marL="91425"/>
                </a:tc>
              </a:tr>
              <a:tr h="467550">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Módulo 2</a:t>
                      </a:r>
                      <a:endParaRPr sz="2000">
                        <a:latin typeface="Calibri"/>
                        <a:ea typeface="Calibri"/>
                        <a:cs typeface="Calibri"/>
                        <a:sym typeface="Calibri"/>
                      </a:endParaRPr>
                    </a:p>
                  </a:txBody>
                  <a:tcPr marT="91425" marB="91425" marR="91425" marL="91425">
                    <a:solidFill>
                      <a:srgbClr val="A4C2F4"/>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Gestión de Libros y Materiales</a:t>
                      </a:r>
                      <a:endParaRPr sz="2000"/>
                    </a:p>
                  </a:txBody>
                  <a:tcPr marT="91425" marB="91425" marR="91425" marL="91425">
                    <a:solidFill>
                      <a:srgbClr val="A4C2F4"/>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Descripción</a:t>
                      </a:r>
                      <a:endParaRPr sz="2000">
                        <a:solidFill>
                          <a:schemeClr val="dk1"/>
                        </a:solidFill>
                        <a:latin typeface="Calibri"/>
                        <a:ea typeface="Calibri"/>
                        <a:cs typeface="Calibri"/>
                        <a:sym typeface="Calibri"/>
                      </a:endParaRPr>
                    </a:p>
                    <a:p>
                      <a:pPr indent="0" lvl="0" marL="0" rtl="0" algn="l">
                        <a:spcBef>
                          <a:spcPts val="1000"/>
                        </a:spcBef>
                        <a:spcAft>
                          <a:spcPts val="0"/>
                        </a:spcAft>
                        <a:buNone/>
                      </a:pPr>
                      <a:r>
                        <a:t/>
                      </a:r>
                      <a:endParaRPr sz="2000">
                        <a:solidFill>
                          <a:schemeClr val="dk1"/>
                        </a:solidFill>
                        <a:latin typeface="Calibri"/>
                        <a:ea typeface="Calibri"/>
                        <a:cs typeface="Calibri"/>
                        <a:sym typeface="Calibri"/>
                      </a:endParaRPr>
                    </a:p>
                  </a:txBody>
                  <a:tcPr marT="91425" marB="91425" marR="91425" marL="91425">
                    <a:solidFill>
                      <a:srgbClr val="A4C2F4"/>
                    </a:solidFill>
                  </a:tcPr>
                </a:tc>
              </a:tr>
              <a:tr h="467550">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RF-2.1</a:t>
                      </a:r>
                      <a:endParaRPr sz="2000">
                        <a:latin typeface="Calibri"/>
                        <a:ea typeface="Calibri"/>
                        <a:cs typeface="Calibri"/>
                        <a:sym typeface="Calibri"/>
                      </a:endParaRPr>
                    </a:p>
                  </a:txBody>
                  <a:tcPr marT="91425" marB="91425" marR="91425" marL="91425">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Catalogación de materiales</a:t>
                      </a:r>
                      <a:endParaRPr sz="2000"/>
                    </a:p>
                  </a:txBody>
                  <a:tcPr marT="91425" marB="91425" marR="91425" marL="91425">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El sistema debe permitir el registro de libros y materiales mediante ISBN, autor y etiquetas de material.</a:t>
                      </a:r>
                      <a:endParaRPr sz="2000">
                        <a:solidFill>
                          <a:schemeClr val="dk1"/>
                        </a:solidFill>
                        <a:latin typeface="Calibri"/>
                        <a:ea typeface="Calibri"/>
                        <a:cs typeface="Calibri"/>
                        <a:sym typeface="Calibri"/>
                      </a:endParaRPr>
                    </a:p>
                  </a:txBody>
                  <a:tcPr marT="91425" marB="91425" marR="91425" marL="91425">
                    <a:lnB cap="flat" cmpd="sng" w="9525">
                      <a:solidFill>
                        <a:schemeClr val="dk1"/>
                      </a:solidFill>
                      <a:prstDash val="solid"/>
                      <a:round/>
                      <a:headEnd len="sm" w="sm" type="none"/>
                      <a:tailEnd len="sm" w="sm" type="none"/>
                    </a:lnB>
                    <a:solidFill>
                      <a:schemeClr val="lt1"/>
                    </a:solidFill>
                  </a:tcPr>
                </a:tc>
              </a:tr>
              <a:tr h="467550">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RF-2.2</a:t>
                      </a:r>
                      <a:endParaRPr sz="20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Control de ubicación física</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El sistema debe permitir asignar y modificar la ubicación de cada ejemplar en la biblioteca.</a:t>
                      </a:r>
                      <a:endParaRPr sz="2000">
                        <a:solidFill>
                          <a:schemeClr val="dk1"/>
                        </a:solidFill>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67550">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RF-2.3</a:t>
                      </a:r>
                      <a:endParaRPr sz="2000">
                        <a:latin typeface="Calibri"/>
                        <a:ea typeface="Calibri"/>
                        <a:cs typeface="Calibri"/>
                        <a:sym typeface="Calibri"/>
                      </a:endParaRPr>
                    </a:p>
                  </a:txBody>
                  <a:tcPr marT="91425" marB="91425" marR="91425" marL="91425">
                    <a:lnT cap="flat" cmpd="sng" w="9525">
                      <a:solidFill>
                        <a:schemeClr val="dk1"/>
                      </a:solidFill>
                      <a:prstDash val="solid"/>
                      <a:round/>
                      <a:headEnd len="sm" w="sm" type="none"/>
                      <a:tailEnd len="sm" w="sm" type="none"/>
                    </a:lnT>
                    <a:solidFill>
                      <a:schemeClr val="lt1"/>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Búsqueda por parámetros </a:t>
                      </a:r>
                      <a:endParaRPr sz="2000"/>
                    </a:p>
                  </a:txBody>
                  <a:tcPr marT="91425" marB="91425" marR="91425" marL="91425">
                    <a:lnT cap="flat" cmpd="sng" w="9525">
                      <a:solidFill>
                        <a:schemeClr val="dk1"/>
                      </a:solidFill>
                      <a:prstDash val="solid"/>
                      <a:round/>
                      <a:headEnd len="sm" w="sm" type="none"/>
                      <a:tailEnd len="sm" w="sm" type="none"/>
                    </a:lnT>
                    <a:solidFill>
                      <a:schemeClr val="lt1"/>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El sistema permitirá registrar la salida de materiales por extravío, daños o donación.</a:t>
                      </a:r>
                      <a:endParaRPr sz="2000">
                        <a:solidFill>
                          <a:schemeClr val="dk1"/>
                        </a:solidFill>
                        <a:latin typeface="Calibri"/>
                        <a:ea typeface="Calibri"/>
                        <a:cs typeface="Calibri"/>
                        <a:sym typeface="Calibri"/>
                      </a:endParaRPr>
                    </a:p>
                  </a:txBody>
                  <a:tcPr marT="91425" marB="91425" marR="91425" marL="91425">
                    <a:lnT cap="flat" cmpd="sng" w="9525">
                      <a:solidFill>
                        <a:schemeClr val="dk1"/>
                      </a:solidFill>
                      <a:prstDash val="solid"/>
                      <a:round/>
                      <a:headEnd len="sm" w="sm" type="none"/>
                      <a:tailEnd len="sm" w="sm" type="none"/>
                    </a:lnT>
                    <a:solidFill>
                      <a:schemeClr val="lt1"/>
                    </a:solidFill>
                  </a:tcPr>
                </a:tc>
              </a:tr>
              <a:tr h="467550">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Módulo 5</a:t>
                      </a:r>
                      <a:endParaRPr sz="2000">
                        <a:latin typeface="Calibri"/>
                        <a:ea typeface="Calibri"/>
                        <a:cs typeface="Calibri"/>
                        <a:sym typeface="Calibri"/>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Administración, reportes y sanciones:</a:t>
                      </a:r>
                      <a:endParaRPr sz="2000"/>
                    </a:p>
                  </a:txBody>
                  <a:tcPr marT="91425" marB="91425" marR="91425" marL="91425">
                    <a:solidFill>
                      <a:schemeClr val="lt1"/>
                    </a:solidFill>
                  </a:tcPr>
                </a:tc>
                <a:tc>
                  <a:txBody>
                    <a:bodyPr/>
                    <a:lstStyle/>
                    <a:p>
                      <a:pPr indent="0" lvl="0" marL="0" rtl="0" algn="l">
                        <a:spcBef>
                          <a:spcPts val="0"/>
                        </a:spcBef>
                        <a:spcAft>
                          <a:spcPts val="0"/>
                        </a:spcAft>
                        <a:buNone/>
                      </a:pPr>
                      <a:r>
                        <a:t/>
                      </a:r>
                      <a:endParaRPr sz="2000">
                        <a:solidFill>
                          <a:schemeClr val="dk1"/>
                        </a:solidFill>
                        <a:latin typeface="Calibri"/>
                        <a:ea typeface="Calibri"/>
                        <a:cs typeface="Calibri"/>
                        <a:sym typeface="Calibri"/>
                      </a:endParaRPr>
                    </a:p>
                  </a:txBody>
                  <a:tcPr marT="91425" marB="91425" marR="91425" marL="91425">
                    <a:solidFill>
                      <a:schemeClr val="lt1"/>
                    </a:solidFill>
                  </a:tcPr>
                </a:tc>
              </a:tr>
              <a:tr h="467550">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RF- 5.1</a:t>
                      </a:r>
                      <a:endParaRPr sz="2000">
                        <a:latin typeface="Calibri"/>
                        <a:ea typeface="Calibri"/>
                        <a:cs typeface="Calibri"/>
                        <a:sym typeface="Calibri"/>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Control de multas</a:t>
                      </a:r>
                      <a:endParaRPr sz="2000"/>
                    </a:p>
                  </a:txBody>
                  <a:tcPr marT="91425" marB="91425" marR="91425" marL="91425">
                    <a:solidFill>
                      <a:schemeClr val="lt1"/>
                    </a:solidFill>
                  </a:tcPr>
                </a:tc>
                <a:tc>
                  <a:txBody>
                    <a:bodyPr/>
                    <a:lstStyle/>
                    <a:p>
                      <a:pPr indent="0" lvl="0" marL="0" rtl="0" algn="l">
                        <a:spcBef>
                          <a:spcPts val="0"/>
                        </a:spcBef>
                        <a:spcAft>
                          <a:spcPts val="0"/>
                        </a:spcAft>
                        <a:buNone/>
                      </a:pPr>
                      <a:r>
                        <a:t/>
                      </a:r>
                      <a:endParaRPr sz="2000">
                        <a:solidFill>
                          <a:schemeClr val="dk1"/>
                        </a:solidFill>
                        <a:latin typeface="Calibri"/>
                        <a:ea typeface="Calibri"/>
                        <a:cs typeface="Calibri"/>
                        <a:sym typeface="Calibri"/>
                      </a:endParaRPr>
                    </a:p>
                  </a:txBody>
                  <a:tcPr marT="91425" marB="91425" marR="91425" marL="91425">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2"/>
          <p:cNvSpPr txBox="1"/>
          <p:nvPr>
            <p:ph idx="12" type="sldNum"/>
          </p:nvPr>
        </p:nvSpPr>
        <p:spPr>
          <a:xfrm>
            <a:off x="886968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733" name="Google Shape;733;p92"/>
          <p:cNvGraphicFramePr/>
          <p:nvPr/>
        </p:nvGraphicFramePr>
        <p:xfrm>
          <a:off x="1054425" y="1203650"/>
          <a:ext cx="3000000" cy="3000000"/>
        </p:xfrm>
        <a:graphic>
          <a:graphicData uri="http://schemas.openxmlformats.org/drawingml/2006/table">
            <a:tbl>
              <a:tblPr>
                <a:noFill/>
                <a:tableStyleId>{3F093B52-0A29-41B3-8AB2-B6516E472F90}</a:tableStyleId>
              </a:tblPr>
              <a:tblGrid>
                <a:gridCol w="5143500"/>
                <a:gridCol w="5143500"/>
              </a:tblGrid>
              <a:tr h="467550">
                <a:tc>
                  <a:txBody>
                    <a:bodyPr/>
                    <a:lstStyle/>
                    <a:p>
                      <a:pPr indent="0" lvl="0" marL="0" rtl="0" algn="l">
                        <a:spcBef>
                          <a:spcPts val="0"/>
                        </a:spcBef>
                        <a:spcAft>
                          <a:spcPts val="0"/>
                        </a:spcAft>
                        <a:buNone/>
                      </a:pPr>
                      <a:r>
                        <a:rPr lang="en-US" sz="2000">
                          <a:latin typeface="Calibri"/>
                          <a:ea typeface="Calibri"/>
                          <a:cs typeface="Calibri"/>
                          <a:sym typeface="Calibri"/>
                        </a:rPr>
                        <a:t>Módulo 1</a:t>
                      </a:r>
                      <a:endParaRPr sz="2000">
                        <a:latin typeface="Calibri"/>
                        <a:ea typeface="Calibri"/>
                        <a:cs typeface="Calibri"/>
                        <a:sym typeface="Calibri"/>
                      </a:endParaRPr>
                    </a:p>
                  </a:txBody>
                  <a:tcPr marT="91425" marB="91425" marR="91425" marL="91425">
                    <a:solidFill>
                      <a:srgbClr val="A4C2F4"/>
                    </a:solidFill>
                  </a:tcPr>
                </a:tc>
                <a:tc>
                  <a:txBody>
                    <a:bodyPr/>
                    <a:lstStyle/>
                    <a:p>
                      <a:pPr indent="0" lvl="0" marL="0" rtl="0" algn="l">
                        <a:lnSpc>
                          <a:spcPct val="115000"/>
                        </a:lnSpc>
                        <a:spcBef>
                          <a:spcPts val="0"/>
                        </a:spcBef>
                        <a:spcAft>
                          <a:spcPts val="1000"/>
                        </a:spcAft>
                        <a:buNone/>
                      </a:pPr>
                      <a:r>
                        <a:rPr lang="en-US" sz="2000">
                          <a:solidFill>
                            <a:schemeClr val="dk1"/>
                          </a:solidFill>
                          <a:latin typeface="Calibri"/>
                          <a:ea typeface="Calibri"/>
                          <a:cs typeface="Calibri"/>
                          <a:sym typeface="Calibri"/>
                        </a:rPr>
                        <a:t>Gestión de usuarios:</a:t>
                      </a:r>
                      <a:endParaRPr sz="2000"/>
                    </a:p>
                  </a:txBody>
                  <a:tcPr marT="91425" marB="91425" marR="91425" marL="91425">
                    <a:solidFill>
                      <a:srgbClr val="A4C2F4"/>
                    </a:solidFill>
                  </a:tcPr>
                </a:tc>
              </a:tr>
              <a:tr h="467550">
                <a:tc>
                  <a:txBody>
                    <a:bodyPr/>
                    <a:lstStyle/>
                    <a:p>
                      <a:pPr indent="0" lvl="0" marL="0" rtl="0" algn="l">
                        <a:spcBef>
                          <a:spcPts val="0"/>
                        </a:spcBef>
                        <a:spcAft>
                          <a:spcPts val="0"/>
                        </a:spcAft>
                        <a:buNone/>
                      </a:pPr>
                      <a:r>
                        <a:rPr lang="en-US" sz="2000">
                          <a:latin typeface="Calibri"/>
                          <a:ea typeface="Calibri"/>
                          <a:cs typeface="Calibri"/>
                          <a:sym typeface="Calibri"/>
                        </a:rPr>
                        <a:t>RF- 1.2</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Control de acceso</a:t>
                      </a:r>
                      <a:endParaRPr sz="2000"/>
                    </a:p>
                  </a:txBody>
                  <a:tcPr marT="91425" marB="91425" marR="91425" marL="91425"/>
                </a:tc>
              </a:tr>
              <a:tr h="467550">
                <a:tc>
                  <a:txBody>
                    <a:bodyPr/>
                    <a:lstStyle/>
                    <a:p>
                      <a:pPr indent="0" lvl="0" marL="0" rtl="0" algn="l">
                        <a:spcBef>
                          <a:spcPts val="0"/>
                        </a:spcBef>
                        <a:spcAft>
                          <a:spcPts val="0"/>
                        </a:spcAft>
                        <a:buNone/>
                      </a:pPr>
                      <a:r>
                        <a:rPr lang="en-US" sz="2000">
                          <a:latin typeface="Calibri"/>
                          <a:ea typeface="Calibri"/>
                          <a:cs typeface="Calibri"/>
                          <a:sym typeface="Calibri"/>
                        </a:rPr>
                        <a:t>Módulo 2</a:t>
                      </a:r>
                      <a:endParaRPr sz="2000">
                        <a:latin typeface="Calibri"/>
                        <a:ea typeface="Calibri"/>
                        <a:cs typeface="Calibri"/>
                        <a:sym typeface="Calibri"/>
                      </a:endParaRPr>
                    </a:p>
                  </a:txBody>
                  <a:tcPr marT="91425" marB="91425" marR="91425" marL="91425">
                    <a:solidFill>
                      <a:srgbClr val="A4C2F4"/>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Gestión de libros y materiales:</a:t>
                      </a:r>
                      <a:endParaRPr sz="2000"/>
                    </a:p>
                  </a:txBody>
                  <a:tcPr marT="91425" marB="91425" marR="91425" marL="91425">
                    <a:solidFill>
                      <a:srgbClr val="A4C2F4"/>
                    </a:solidFill>
                  </a:tcPr>
                </a:tc>
              </a:tr>
              <a:tr h="467550">
                <a:tc>
                  <a:txBody>
                    <a:bodyPr/>
                    <a:lstStyle/>
                    <a:p>
                      <a:pPr indent="0" lvl="0" marL="0" rtl="0" algn="l">
                        <a:spcBef>
                          <a:spcPts val="0"/>
                        </a:spcBef>
                        <a:spcAft>
                          <a:spcPts val="0"/>
                        </a:spcAft>
                        <a:buNone/>
                      </a:pPr>
                      <a:r>
                        <a:rPr lang="en-US" sz="2000">
                          <a:latin typeface="Calibri"/>
                          <a:ea typeface="Calibri"/>
                          <a:cs typeface="Calibri"/>
                          <a:sym typeface="Calibri"/>
                        </a:rPr>
                        <a:t>RF- 2.3</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Gestión de bajas</a:t>
                      </a:r>
                      <a:endParaRPr sz="2000"/>
                    </a:p>
                  </a:txBody>
                  <a:tcPr marT="91425" marB="91425" marR="91425" marL="91425"/>
                </a:tc>
              </a:tr>
              <a:tr h="100000">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Módulo 3</a:t>
                      </a:r>
                      <a:endParaRPr sz="2000">
                        <a:latin typeface="Calibri"/>
                        <a:ea typeface="Calibri"/>
                        <a:cs typeface="Calibri"/>
                        <a:sym typeface="Calibri"/>
                      </a:endParaRPr>
                    </a:p>
                  </a:txBody>
                  <a:tcPr marT="91425" marB="91425" marR="91425" marL="91425">
                    <a:solidFill>
                      <a:srgbClr val="A4C2F4"/>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Gestión de préstamos y notificaciones:</a:t>
                      </a:r>
                      <a:endParaRPr sz="2000"/>
                    </a:p>
                  </a:txBody>
                  <a:tcPr marT="91425" marB="91425" marR="91425" marL="91425">
                    <a:solidFill>
                      <a:srgbClr val="A4C2F4"/>
                    </a:solidFill>
                  </a:tcPr>
                </a:tc>
              </a:tr>
              <a:tr h="467550">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RF- 3.3</a:t>
                      </a:r>
                      <a:endParaRPr sz="2000">
                        <a:latin typeface="Calibri"/>
                        <a:ea typeface="Calibri"/>
                        <a:cs typeface="Calibri"/>
                        <a:sym typeface="Calibri"/>
                      </a:endParaRPr>
                    </a:p>
                  </a:txBody>
                  <a:tcPr marT="91425" marB="91425" marR="91425" marL="91425">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Sistema de alertas</a:t>
                      </a:r>
                      <a:endParaRPr sz="2000"/>
                    </a:p>
                  </a:txBody>
                  <a:tcPr marT="91425" marB="91425" marR="91425" marL="91425">
                    <a:lnB cap="flat" cmpd="sng" w="9525">
                      <a:solidFill>
                        <a:schemeClr val="dk1"/>
                      </a:solidFill>
                      <a:prstDash val="solid"/>
                      <a:round/>
                      <a:headEnd len="sm" w="sm" type="none"/>
                      <a:tailEnd len="sm" w="sm" type="none"/>
                    </a:lnB>
                  </a:tcPr>
                </a:tc>
              </a:tr>
              <a:tr h="467550">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Módulo 4</a:t>
                      </a:r>
                      <a:endParaRPr sz="20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Consulta y reservas de catálogo:</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4C2F4"/>
                    </a:solidFill>
                  </a:tcPr>
                </a:tc>
              </a:tr>
              <a:tr h="467550">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RF- 4.2</a:t>
                      </a:r>
                      <a:endParaRPr sz="2000">
                        <a:latin typeface="Calibri"/>
                        <a:ea typeface="Calibri"/>
                        <a:cs typeface="Calibri"/>
                        <a:sym typeface="Calibri"/>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Visualización de ficha técnica </a:t>
                      </a:r>
                      <a:endParaRPr sz="2000"/>
                    </a:p>
                  </a:txBody>
                  <a:tcPr marT="91425" marB="91425" marR="91425" marL="91425">
                    <a:lnT cap="flat" cmpd="sng" w="9525">
                      <a:solidFill>
                        <a:schemeClr val="dk1"/>
                      </a:solidFill>
                      <a:prstDash val="solid"/>
                      <a:round/>
                      <a:headEnd len="sm" w="sm" type="none"/>
                      <a:tailEnd len="sm" w="sm" type="none"/>
                    </a:lnT>
                  </a:tcPr>
                </a:tc>
              </a:tr>
              <a:tr h="467550">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Módulo 5</a:t>
                      </a:r>
                      <a:endParaRPr sz="2000">
                        <a:latin typeface="Calibri"/>
                        <a:ea typeface="Calibri"/>
                        <a:cs typeface="Calibri"/>
                        <a:sym typeface="Calibri"/>
                      </a:endParaRPr>
                    </a:p>
                  </a:txBody>
                  <a:tcPr marT="91425" marB="91425" marR="91425" marL="91425">
                    <a:solidFill>
                      <a:srgbClr val="A4C2F4"/>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Administración, reportes y sanciones:</a:t>
                      </a:r>
                      <a:endParaRPr sz="2000"/>
                    </a:p>
                  </a:txBody>
                  <a:tcPr marT="91425" marB="91425" marR="91425" marL="91425">
                    <a:solidFill>
                      <a:srgbClr val="A4C2F4"/>
                    </a:solidFill>
                  </a:tcPr>
                </a:tc>
              </a:tr>
              <a:tr h="467550">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RF- 5.2</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Métricas de la plataforma</a:t>
                      </a:r>
                      <a:endParaRPr sz="20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pic>
        <p:nvPicPr>
          <p:cNvPr descr="Concepto digital de calidad" id="739" name="Google Shape;739;p93"/>
          <p:cNvPicPr preferRelativeResize="0"/>
          <p:nvPr>
            <p:ph idx="2" type="pic"/>
          </p:nvPr>
        </p:nvPicPr>
        <p:blipFill rotWithShape="1">
          <a:blip r:embed="rId3">
            <a:alphaModFix/>
          </a:blip>
          <a:srcRect b="0" l="12673" r="12673" t="0"/>
          <a:stretch/>
        </p:blipFill>
        <p:spPr>
          <a:xfrm>
            <a:off x="0" y="1458217"/>
            <a:ext cx="4800600" cy="4822372"/>
          </a:xfrm>
          <a:prstGeom prst="rect">
            <a:avLst/>
          </a:prstGeom>
          <a:blipFill rotWithShape="1">
            <a:blip r:embed="rId4">
              <a:alphaModFix amt="70000"/>
            </a:blip>
            <a:stretch>
              <a:fillRect b="0" l="0" r="0" t="0"/>
            </a:stretch>
          </a:blipFill>
          <a:ln>
            <a:noFill/>
          </a:ln>
        </p:spPr>
      </p:pic>
      <p:sp>
        <p:nvSpPr>
          <p:cNvPr id="740" name="Google Shape;740;p93"/>
          <p:cNvSpPr txBox="1"/>
          <p:nvPr>
            <p:ph type="title"/>
          </p:nvPr>
        </p:nvSpPr>
        <p:spPr>
          <a:xfrm>
            <a:off x="322316" y="163913"/>
            <a:ext cx="4478998" cy="1380814"/>
          </a:xfrm>
          <a:prstGeom prst="rect">
            <a:avLst/>
          </a:prstGeom>
          <a:noFill/>
          <a:ln>
            <a:noFill/>
          </a:ln>
        </p:spPr>
        <p:txBody>
          <a:bodyPr anchorCtr="0" anchor="t" bIns="45700" lIns="137150" spcFirstLastPara="1" rIns="91425" wrap="square" tIns="137150">
            <a:normAutofit/>
          </a:bodyPr>
          <a:lstStyle/>
          <a:p>
            <a:pPr indent="0" lvl="0" marL="0" rtl="0" algn="l">
              <a:lnSpc>
                <a:spcPct val="90000"/>
              </a:lnSpc>
              <a:spcBef>
                <a:spcPts val="0"/>
              </a:spcBef>
              <a:spcAft>
                <a:spcPts val="0"/>
              </a:spcAft>
              <a:buClr>
                <a:srgbClr val="0070C0"/>
              </a:buClr>
              <a:buSzPts val="2600"/>
              <a:buFont typeface="Avenir"/>
              <a:buNone/>
            </a:pPr>
            <a:r>
              <a:rPr b="1" lang="en-US" sz="2600">
                <a:solidFill>
                  <a:srgbClr val="0070C0"/>
                </a:solidFill>
              </a:rPr>
              <a:t>Requerimientos </a:t>
            </a:r>
            <a:br>
              <a:rPr b="1" lang="en-US" sz="2600"/>
            </a:br>
            <a:r>
              <a:rPr b="1" lang="en-US" sz="2600">
                <a:solidFill>
                  <a:srgbClr val="0070C0"/>
                </a:solidFill>
              </a:rPr>
              <a:t>no funcionales y de calidad</a:t>
            </a:r>
            <a:endParaRPr b="1" sz="2600">
              <a:solidFill>
                <a:srgbClr val="0070C0"/>
              </a:solidFill>
            </a:endParaRPr>
          </a:p>
        </p:txBody>
      </p:sp>
      <p:sp>
        <p:nvSpPr>
          <p:cNvPr id="741" name="Google Shape;741;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742" name="Google Shape;742;p93"/>
          <p:cNvGraphicFramePr/>
          <p:nvPr/>
        </p:nvGraphicFramePr>
        <p:xfrm>
          <a:off x="5547600" y="1349300"/>
          <a:ext cx="3000000" cy="3000000"/>
        </p:xfrm>
        <a:graphic>
          <a:graphicData uri="http://schemas.openxmlformats.org/drawingml/2006/table">
            <a:tbl>
              <a:tblPr bandRow="1">
                <a:noFill/>
                <a:tableStyleId>{1E41B488-761F-49A4-9093-C1D8EBF81162}</a:tableStyleId>
              </a:tblPr>
              <a:tblGrid>
                <a:gridCol w="969825"/>
                <a:gridCol w="1418225"/>
                <a:gridCol w="4114075"/>
              </a:tblGrid>
              <a:tr h="204950">
                <a:tc>
                  <a:txBody>
                    <a:bodyPr/>
                    <a:lstStyle/>
                    <a:p>
                      <a:pPr indent="0" lvl="0" marL="0" rtl="0" algn="l">
                        <a:spcBef>
                          <a:spcPts val="0"/>
                        </a:spcBef>
                        <a:spcAft>
                          <a:spcPts val="0"/>
                        </a:spcAft>
                        <a:buNone/>
                      </a:pPr>
                      <a:r>
                        <a:rPr b="1" lang="en-US" sz="1100">
                          <a:latin typeface="Calibri"/>
                          <a:ea typeface="Calibri"/>
                          <a:cs typeface="Calibri"/>
                          <a:sym typeface="Calibri"/>
                        </a:rPr>
                        <a:t>ID</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US" sz="1100">
                          <a:latin typeface="Calibri"/>
                          <a:ea typeface="Calibri"/>
                          <a:cs typeface="Calibri"/>
                          <a:sym typeface="Calibri"/>
                        </a:rPr>
                        <a:t>Nombre del requisito</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US" sz="1100">
                          <a:latin typeface="Calibri"/>
                          <a:ea typeface="Calibri"/>
                          <a:cs typeface="Calibri"/>
                          <a:sym typeface="Calibri"/>
                        </a:rPr>
                        <a:t>Descripción</a:t>
                      </a:r>
                      <a:endParaRPr b="1" sz="1100">
                        <a:latin typeface="Calibri"/>
                        <a:ea typeface="Calibri"/>
                        <a:cs typeface="Calibri"/>
                        <a:sym typeface="Calibri"/>
                      </a:endParaRPr>
                    </a:p>
                  </a:txBody>
                  <a:tcPr marT="0" marB="0" marR="68575" marL="68575"/>
                </a:tc>
              </a:tr>
              <a:tr h="614925">
                <a:tc>
                  <a:txBody>
                    <a:bodyPr/>
                    <a:lstStyle/>
                    <a:p>
                      <a:pPr indent="0" lvl="0" marL="0" rtl="0" algn="l">
                        <a:spcBef>
                          <a:spcPts val="0"/>
                        </a:spcBef>
                        <a:spcAft>
                          <a:spcPts val="0"/>
                        </a:spcAft>
                        <a:buNone/>
                      </a:pPr>
                      <a:r>
                        <a:rPr lang="en-US" sz="1100">
                          <a:latin typeface="Calibri"/>
                          <a:ea typeface="Calibri"/>
                          <a:cs typeface="Calibri"/>
                          <a:sym typeface="Calibri"/>
                        </a:rPr>
                        <a:t>RNF-1</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Interfaz intuitiva</a:t>
                      </a:r>
                      <a:endParaRPr sz="1100">
                        <a:latin typeface="Calibri"/>
                        <a:ea typeface="Calibri"/>
                        <a:cs typeface="Calibri"/>
                        <a:sym typeface="Calibri"/>
                      </a:endParaRPr>
                    </a:p>
                  </a:txBody>
                  <a:tcPr marT="0" marB="0" marR="68575" marL="68575"/>
                </a:tc>
                <a:tc>
                  <a:txBody>
                    <a:bodyPr/>
                    <a:lstStyle/>
                    <a:p>
                      <a:pPr indent="0" lvl="0" marL="0" rtl="0" algn="just">
                        <a:spcBef>
                          <a:spcPts val="0"/>
                        </a:spcBef>
                        <a:spcAft>
                          <a:spcPts val="0"/>
                        </a:spcAft>
                        <a:buNone/>
                      </a:pPr>
                      <a:r>
                        <a:rPr lang="en-US" sz="1100">
                          <a:latin typeface="Calibri"/>
                          <a:ea typeface="Calibri"/>
                          <a:cs typeface="Calibri"/>
                          <a:sym typeface="Calibri"/>
                        </a:rPr>
                        <a:t>El sistema utiliza iconos y nombres de funciones que ya son familiares para la mayoría de usuarios, permitiendo que puedan navegar de forma natural sin necesidad de manuales.</a:t>
                      </a:r>
                      <a:endParaRPr sz="1100">
                        <a:latin typeface="Calibri"/>
                        <a:ea typeface="Calibri"/>
                        <a:cs typeface="Calibri"/>
                        <a:sym typeface="Calibri"/>
                      </a:endParaRPr>
                    </a:p>
                  </a:txBody>
                  <a:tcPr marT="0" marB="0" marR="68575" marL="68575"/>
                </a:tc>
              </a:tr>
              <a:tr h="614925">
                <a:tc>
                  <a:txBody>
                    <a:bodyPr/>
                    <a:lstStyle/>
                    <a:p>
                      <a:pPr indent="0" lvl="0" marL="0" rtl="0" algn="l">
                        <a:spcBef>
                          <a:spcPts val="0"/>
                        </a:spcBef>
                        <a:spcAft>
                          <a:spcPts val="0"/>
                        </a:spcAft>
                        <a:buNone/>
                      </a:pPr>
                      <a:r>
                        <a:rPr lang="en-US" sz="1100">
                          <a:latin typeface="Calibri"/>
                          <a:ea typeface="Calibri"/>
                          <a:cs typeface="Calibri"/>
                          <a:sym typeface="Calibri"/>
                        </a:rPr>
                        <a:t>RNF-2</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Agilidad de uso</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El flujo de los procesos se diseñará para ser directo y que así cualquier usuario nuevo pueda ser autónomo tras su primera uso del sistema.</a:t>
                      </a:r>
                      <a:endParaRPr sz="1100">
                        <a:latin typeface="Calibri"/>
                        <a:ea typeface="Calibri"/>
                        <a:cs typeface="Calibri"/>
                        <a:sym typeface="Calibri"/>
                      </a:endParaRPr>
                    </a:p>
                  </a:txBody>
                  <a:tcPr marT="0" marB="0" marR="68575" marL="68575"/>
                </a:tc>
              </a:tr>
              <a:tr h="614925">
                <a:tc>
                  <a:txBody>
                    <a:bodyPr/>
                    <a:lstStyle/>
                    <a:p>
                      <a:pPr indent="0" lvl="0" marL="0" rtl="0" algn="l">
                        <a:spcBef>
                          <a:spcPts val="0"/>
                        </a:spcBef>
                        <a:spcAft>
                          <a:spcPts val="0"/>
                        </a:spcAft>
                        <a:buNone/>
                      </a:pPr>
                      <a:r>
                        <a:rPr lang="en-US" sz="1100">
                          <a:latin typeface="Calibri"/>
                          <a:ea typeface="Calibri"/>
                          <a:cs typeface="Calibri"/>
                          <a:sym typeface="Calibri"/>
                        </a:rPr>
                        <a:t>RNF-3</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Diseño institucional</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La apariencia del software integrará los colores y logos oficiales de la universidad entregando un entorno de trabajo formal y profesional.</a:t>
                      </a:r>
                      <a:endParaRPr sz="1100">
                        <a:latin typeface="Calibri"/>
                        <a:ea typeface="Calibri"/>
                        <a:cs typeface="Calibri"/>
                        <a:sym typeface="Calibri"/>
                      </a:endParaRPr>
                    </a:p>
                  </a:txBody>
                  <a:tcPr marT="0" marB="0" marR="68575" marL="68575"/>
                </a:tc>
              </a:tr>
              <a:tr h="819900">
                <a:tc>
                  <a:txBody>
                    <a:bodyPr/>
                    <a:lstStyle/>
                    <a:p>
                      <a:pPr indent="0" lvl="0" marL="0" rtl="0" algn="l">
                        <a:spcBef>
                          <a:spcPts val="0"/>
                        </a:spcBef>
                        <a:spcAft>
                          <a:spcPts val="0"/>
                        </a:spcAft>
                        <a:buNone/>
                      </a:pPr>
                      <a:r>
                        <a:rPr lang="en-US" sz="1100">
                          <a:latin typeface="Calibri"/>
                          <a:ea typeface="Calibri"/>
                          <a:cs typeface="Calibri"/>
                          <a:sym typeface="Calibri"/>
                        </a:rPr>
                        <a:t>RNF-4</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Acceso rápido </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Las funciones principales, como la búsqueda de libros y préstamos y devolución, estarán siempre a la vista en el menú principal para reducir tiempos de gestión y evitar que el usuario tenga que hacer clics innecesarios.</a:t>
                      </a:r>
                      <a:endParaRPr sz="1100">
                        <a:latin typeface="Calibri"/>
                        <a:ea typeface="Calibri"/>
                        <a:cs typeface="Calibri"/>
                        <a:sym typeface="Calibri"/>
                      </a:endParaRPr>
                    </a:p>
                  </a:txBody>
                  <a:tcPr marT="0" marB="0" marR="68575" marL="68575"/>
                </a:tc>
              </a:tr>
              <a:tr h="614925">
                <a:tc>
                  <a:txBody>
                    <a:bodyPr/>
                    <a:lstStyle/>
                    <a:p>
                      <a:pPr indent="0" lvl="0" marL="0" rtl="0" algn="l">
                        <a:spcBef>
                          <a:spcPts val="0"/>
                        </a:spcBef>
                        <a:spcAft>
                          <a:spcPts val="0"/>
                        </a:spcAft>
                        <a:buNone/>
                      </a:pPr>
                      <a:r>
                        <a:rPr lang="en-US" sz="1100">
                          <a:latin typeface="Calibri"/>
                          <a:ea typeface="Calibri"/>
                          <a:cs typeface="Calibri"/>
                          <a:sym typeface="Calibri"/>
                        </a:rPr>
                        <a:t>RNF-5</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Consistencia de interfaz</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Se debe garantizar la uniformidad en el diseño de formularios, tablas y menús, esto asegurará que el software se sienta como una solución integrada y única. </a:t>
                      </a:r>
                      <a:endParaRPr sz="1100">
                        <a:latin typeface="Calibri"/>
                        <a:ea typeface="Calibri"/>
                        <a:cs typeface="Calibri"/>
                        <a:sym typeface="Calibri"/>
                      </a:endParaRPr>
                    </a:p>
                  </a:txBody>
                  <a:tcPr marT="0" marB="0" marR="68575" marL="68575"/>
                </a:tc>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94"/>
          <p:cNvSpPr txBox="1"/>
          <p:nvPr>
            <p:ph idx="1" type="body"/>
          </p:nvPr>
        </p:nvSpPr>
        <p:spPr>
          <a:xfrm>
            <a:off x="654685" y="551041"/>
            <a:ext cx="10199975" cy="469685"/>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DESCRIPCIÓN CONTEXTO DEL SISTEMA UNILIB</a:t>
            </a:r>
            <a:endParaRPr b="0" sz="2800" cap="none">
              <a:solidFill>
                <a:srgbClr val="0070C0"/>
              </a:solidFill>
              <a:latin typeface="Oswald SemiBold"/>
              <a:ea typeface="Oswald SemiBold"/>
              <a:cs typeface="Oswald SemiBold"/>
              <a:sym typeface="Oswald SemiBold"/>
            </a:endParaRPr>
          </a:p>
          <a:p>
            <a:pPr indent="0" lvl="0" marL="0" rtl="0" algn="l">
              <a:lnSpc>
                <a:spcPct val="110000"/>
              </a:lnSpc>
              <a:spcBef>
                <a:spcPts val="1000"/>
              </a:spcBef>
              <a:spcAft>
                <a:spcPts val="0"/>
              </a:spcAft>
              <a:buClr>
                <a:schemeClr val="dk1"/>
              </a:buClr>
              <a:buSzPts val="3200"/>
              <a:buNone/>
            </a:pPr>
            <a:r>
              <a:t/>
            </a:r>
            <a:endParaRPr/>
          </a:p>
        </p:txBody>
      </p:sp>
      <p:pic>
        <p:nvPicPr>
          <p:cNvPr id="749" name="Google Shape;749;p94" title="Diagrama de Contexto (5).jpg"/>
          <p:cNvPicPr preferRelativeResize="0"/>
          <p:nvPr/>
        </p:nvPicPr>
        <p:blipFill>
          <a:blip r:embed="rId3">
            <a:alphaModFix/>
          </a:blip>
          <a:stretch>
            <a:fillRect/>
          </a:stretch>
        </p:blipFill>
        <p:spPr>
          <a:xfrm>
            <a:off x="152400" y="1173126"/>
            <a:ext cx="11887201" cy="47014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95"/>
          <p:cNvSpPr txBox="1"/>
          <p:nvPr>
            <p:ph type="title"/>
          </p:nvPr>
        </p:nvSpPr>
        <p:spPr>
          <a:xfrm>
            <a:off x="746731" y="315013"/>
            <a:ext cx="10104600" cy="1124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070C0"/>
              </a:buClr>
              <a:buSzPts val="3400"/>
              <a:buFont typeface="Avenir"/>
              <a:buNone/>
            </a:pPr>
            <a:r>
              <a:rPr lang="en-US">
                <a:solidFill>
                  <a:srgbClr val="0070C0"/>
                </a:solidFill>
              </a:rPr>
              <a:t>Mejoras propuestas y lecciones aprendidas</a:t>
            </a:r>
            <a:endParaRPr>
              <a:solidFill>
                <a:srgbClr val="0070C0"/>
              </a:solidFill>
            </a:endParaRPr>
          </a:p>
        </p:txBody>
      </p:sp>
      <p:pic>
        <p:nvPicPr>
          <p:cNvPr descr="Concepto de empresario pensando / buscando ideas." id="756" name="Google Shape;756;p95"/>
          <p:cNvPicPr preferRelativeResize="0"/>
          <p:nvPr>
            <p:ph idx="1" type="body"/>
          </p:nvPr>
        </p:nvPicPr>
        <p:blipFill rotWithShape="1">
          <a:blip r:embed="rId3">
            <a:alphaModFix/>
          </a:blip>
          <a:srcRect b="0" l="0" r="0" t="0"/>
          <a:stretch/>
        </p:blipFill>
        <p:spPr>
          <a:xfrm>
            <a:off x="6445704" y="1689013"/>
            <a:ext cx="5215200" cy="4097400"/>
          </a:xfrm>
          <a:prstGeom prst="rect">
            <a:avLst/>
          </a:prstGeom>
          <a:noFill/>
          <a:ln>
            <a:noFill/>
          </a:ln>
        </p:spPr>
      </p:pic>
      <p:sp>
        <p:nvSpPr>
          <p:cNvPr id="757" name="Google Shape;757;p95"/>
          <p:cNvSpPr txBox="1"/>
          <p:nvPr>
            <p:ph idx="2" type="body"/>
          </p:nvPr>
        </p:nvSpPr>
        <p:spPr>
          <a:xfrm>
            <a:off x="746725" y="1178375"/>
            <a:ext cx="5366700" cy="52980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500"/>
              </a:spcBef>
              <a:spcAft>
                <a:spcPts val="0"/>
              </a:spcAft>
              <a:buSzPts val="2200"/>
              <a:buAutoNum type="arabicPeriod"/>
            </a:pPr>
            <a:r>
              <a:rPr lang="en-US" sz="2200"/>
              <a:t>Mejoras propuestas:</a:t>
            </a:r>
            <a:endParaRPr sz="2200"/>
          </a:p>
          <a:p>
            <a:pPr indent="-368300" lvl="0" marL="457200" rtl="0" algn="l">
              <a:lnSpc>
                <a:spcPct val="100000"/>
              </a:lnSpc>
              <a:spcBef>
                <a:spcPts val="0"/>
              </a:spcBef>
              <a:spcAft>
                <a:spcPts val="0"/>
              </a:spcAft>
              <a:buSzPts val="2200"/>
              <a:buChar char="-"/>
            </a:pPr>
            <a:r>
              <a:rPr lang="en-US" sz="2200"/>
              <a:t>Automatización de flujo de préstamos.</a:t>
            </a:r>
            <a:endParaRPr sz="2200"/>
          </a:p>
          <a:p>
            <a:pPr indent="-368300" lvl="0" marL="457200" rtl="0" algn="l">
              <a:lnSpc>
                <a:spcPct val="100000"/>
              </a:lnSpc>
              <a:spcBef>
                <a:spcPts val="0"/>
              </a:spcBef>
              <a:spcAft>
                <a:spcPts val="0"/>
              </a:spcAft>
              <a:buSzPts val="2200"/>
              <a:buChar char="-"/>
            </a:pPr>
            <a:r>
              <a:rPr lang="en-US" sz="2200"/>
              <a:t>Catálogo con disponibilidad en tiempo real.</a:t>
            </a:r>
            <a:endParaRPr sz="2200"/>
          </a:p>
          <a:p>
            <a:pPr indent="-368300" lvl="0" marL="457200" rtl="0" algn="l">
              <a:lnSpc>
                <a:spcPct val="100000"/>
              </a:lnSpc>
              <a:spcBef>
                <a:spcPts val="0"/>
              </a:spcBef>
              <a:spcAft>
                <a:spcPts val="0"/>
              </a:spcAft>
              <a:buSzPts val="2200"/>
              <a:buChar char="-"/>
            </a:pPr>
            <a:r>
              <a:rPr lang="en-US" sz="2200"/>
              <a:t>Gestión digital de multas.</a:t>
            </a:r>
            <a:endParaRPr sz="2200"/>
          </a:p>
          <a:p>
            <a:pPr indent="-368300" lvl="0" marL="457200" rtl="0" algn="l">
              <a:lnSpc>
                <a:spcPct val="100000"/>
              </a:lnSpc>
              <a:spcBef>
                <a:spcPts val="0"/>
              </a:spcBef>
              <a:spcAft>
                <a:spcPts val="0"/>
              </a:spcAft>
              <a:buSzPts val="2200"/>
              <a:buChar char="-"/>
            </a:pPr>
            <a:r>
              <a:rPr lang="en-US" sz="2200"/>
              <a:t>Trazabilidad total.</a:t>
            </a:r>
            <a:endParaRPr sz="2200"/>
          </a:p>
          <a:p>
            <a:pPr indent="0" lvl="1" marL="0" rtl="0" algn="l">
              <a:lnSpc>
                <a:spcPct val="100000"/>
              </a:lnSpc>
              <a:spcBef>
                <a:spcPts val="500"/>
              </a:spcBef>
              <a:spcAft>
                <a:spcPts val="0"/>
              </a:spcAft>
              <a:buClr>
                <a:schemeClr val="dk1"/>
              </a:buClr>
              <a:buSzPts val="1190"/>
              <a:buNone/>
            </a:pPr>
            <a:r>
              <a:t/>
            </a:r>
            <a:endParaRPr sz="2200"/>
          </a:p>
          <a:p>
            <a:pPr indent="0" lvl="1" marL="0" rtl="0" algn="l">
              <a:lnSpc>
                <a:spcPct val="100000"/>
              </a:lnSpc>
              <a:spcBef>
                <a:spcPts val="500"/>
              </a:spcBef>
              <a:spcAft>
                <a:spcPts val="0"/>
              </a:spcAft>
              <a:buClr>
                <a:schemeClr val="dk1"/>
              </a:buClr>
              <a:buSzPts val="1190"/>
              <a:buNone/>
            </a:pPr>
            <a:r>
              <a:rPr lang="en-US" sz="2200"/>
              <a:t>2. Lecciones aprendidas: </a:t>
            </a:r>
            <a:endParaRPr sz="2200"/>
          </a:p>
          <a:p>
            <a:pPr indent="-368300" lvl="0" marL="457200" rtl="0" algn="l">
              <a:lnSpc>
                <a:spcPct val="100000"/>
              </a:lnSpc>
              <a:spcBef>
                <a:spcPts val="500"/>
              </a:spcBef>
              <a:spcAft>
                <a:spcPts val="0"/>
              </a:spcAft>
              <a:buSzPts val="2200"/>
              <a:buChar char="-"/>
            </a:pPr>
            <a:r>
              <a:rPr lang="en-US" sz="2200"/>
              <a:t>Importancia del estándar IEEE 830.</a:t>
            </a:r>
            <a:endParaRPr sz="2200"/>
          </a:p>
          <a:p>
            <a:pPr indent="-368300" lvl="0" marL="457200" rtl="0" algn="l">
              <a:lnSpc>
                <a:spcPct val="100000"/>
              </a:lnSpc>
              <a:spcBef>
                <a:spcPts val="0"/>
              </a:spcBef>
              <a:spcAft>
                <a:spcPts val="0"/>
              </a:spcAft>
              <a:buSzPts val="2200"/>
              <a:buChar char="-"/>
            </a:pPr>
            <a:r>
              <a:rPr lang="en-US" sz="2200"/>
              <a:t>Valor de la metodología ágil.</a:t>
            </a:r>
            <a:endParaRPr sz="2200"/>
          </a:p>
          <a:p>
            <a:pPr indent="-368300" lvl="0" marL="457200" rtl="0" algn="l">
              <a:lnSpc>
                <a:spcPct val="100000"/>
              </a:lnSpc>
              <a:spcBef>
                <a:spcPts val="0"/>
              </a:spcBef>
              <a:spcAft>
                <a:spcPts val="0"/>
              </a:spcAft>
              <a:buSzPts val="2200"/>
              <a:buChar char="-"/>
            </a:pPr>
            <a:r>
              <a:rPr lang="en-US" sz="2200"/>
              <a:t>Enfoque en la experiencia de usuario.</a:t>
            </a:r>
            <a:endParaRPr sz="2200"/>
          </a:p>
          <a:p>
            <a:pPr indent="-368300" lvl="0" marL="457200" rtl="0" algn="l">
              <a:lnSpc>
                <a:spcPct val="100000"/>
              </a:lnSpc>
              <a:spcBef>
                <a:spcPts val="0"/>
              </a:spcBef>
              <a:spcAft>
                <a:spcPts val="0"/>
              </a:spcAft>
              <a:buSzPts val="2200"/>
              <a:buChar char="-"/>
            </a:pPr>
            <a:r>
              <a:rPr lang="en-US" sz="2200"/>
              <a:t>Planificación crítica.</a:t>
            </a:r>
            <a:endParaRPr sz="2200"/>
          </a:p>
        </p:txBody>
      </p:sp>
      <p:sp>
        <p:nvSpPr>
          <p:cNvPr id="758" name="Google Shape;758;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96"/>
          <p:cNvSpPr txBox="1"/>
          <p:nvPr>
            <p:ph type="title"/>
          </p:nvPr>
        </p:nvSpPr>
        <p:spPr>
          <a:xfrm>
            <a:off x="486934" y="74643"/>
            <a:ext cx="10177272" cy="29900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70C0"/>
              </a:buClr>
              <a:buSzPts val="5400"/>
              <a:buFont typeface="Avenir"/>
              <a:buNone/>
            </a:pPr>
            <a:r>
              <a:rPr lang="en-US">
                <a:solidFill>
                  <a:srgbClr val="0070C0"/>
                </a:solidFill>
              </a:rPr>
              <a:t>Conclusión del caso Biblioteca</a:t>
            </a:r>
            <a:endParaRPr/>
          </a:p>
        </p:txBody>
      </p:sp>
      <p:sp>
        <p:nvSpPr>
          <p:cNvPr id="765" name="Google Shape;765;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descr="Escritorio vacío" id="766" name="Google Shape;766;p96"/>
          <p:cNvPicPr preferRelativeResize="0"/>
          <p:nvPr>
            <p:ph idx="2" type="pic"/>
          </p:nvPr>
        </p:nvPicPr>
        <p:blipFill rotWithShape="1">
          <a:blip r:embed="rId3">
            <a:alphaModFix/>
          </a:blip>
          <a:srcRect b="-2" l="33421" r="130" t="0"/>
          <a:stretch/>
        </p:blipFill>
        <p:spPr>
          <a:xfrm>
            <a:off x="10377450" y="226997"/>
            <a:ext cx="1549773" cy="1220624"/>
          </a:xfrm>
          <a:prstGeom prst="rect">
            <a:avLst/>
          </a:prstGeom>
          <a:noFill/>
          <a:ln>
            <a:noFill/>
          </a:ln>
        </p:spPr>
      </p:pic>
      <p:sp>
        <p:nvSpPr>
          <p:cNvPr id="767" name="Google Shape;767;p96"/>
          <p:cNvSpPr txBox="1"/>
          <p:nvPr>
            <p:ph idx="4294967295" type="body"/>
          </p:nvPr>
        </p:nvSpPr>
        <p:spPr>
          <a:xfrm>
            <a:off x="674525" y="1516175"/>
            <a:ext cx="10748100" cy="44295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500"/>
              </a:spcBef>
              <a:spcAft>
                <a:spcPts val="0"/>
              </a:spcAft>
              <a:buClr>
                <a:schemeClr val="dk1"/>
              </a:buClr>
              <a:buSzPct val="32353"/>
              <a:buFont typeface="Arial"/>
              <a:buNone/>
            </a:pPr>
            <a:r>
              <a:rPr b="1" lang="en-US" sz="3400">
                <a:latin typeface="Arial"/>
                <a:ea typeface="Arial"/>
                <a:cs typeface="Arial"/>
                <a:sym typeface="Arial"/>
              </a:rPr>
              <a:t>Hallazgos:</a:t>
            </a:r>
            <a:r>
              <a:rPr lang="en-US" sz="3400">
                <a:latin typeface="Arial"/>
                <a:ea typeface="Arial"/>
                <a:cs typeface="Arial"/>
                <a:sym typeface="Arial"/>
              </a:rPr>
              <a:t> La automatización es clave para recuperar el control del inventario.</a:t>
            </a:r>
            <a:endParaRPr sz="3400">
              <a:latin typeface="Arial"/>
              <a:ea typeface="Arial"/>
              <a:cs typeface="Arial"/>
              <a:sym typeface="Arial"/>
            </a:endParaRPr>
          </a:p>
          <a:p>
            <a:pPr indent="0" lvl="0" marL="0" rtl="0" algn="l">
              <a:spcBef>
                <a:spcPts val="500"/>
              </a:spcBef>
              <a:spcAft>
                <a:spcPts val="0"/>
              </a:spcAft>
              <a:buClr>
                <a:schemeClr val="dk1"/>
              </a:buClr>
              <a:buSzPct val="32353"/>
              <a:buNone/>
            </a:pPr>
            <a:r>
              <a:t/>
            </a:r>
            <a:endParaRPr b="1" sz="3400">
              <a:latin typeface="Arial"/>
              <a:ea typeface="Arial"/>
              <a:cs typeface="Arial"/>
              <a:sym typeface="Arial"/>
            </a:endParaRPr>
          </a:p>
          <a:p>
            <a:pPr indent="0" lvl="0" marL="0" rtl="0" algn="l">
              <a:spcBef>
                <a:spcPts val="500"/>
              </a:spcBef>
              <a:spcAft>
                <a:spcPts val="0"/>
              </a:spcAft>
              <a:buClr>
                <a:schemeClr val="dk1"/>
              </a:buClr>
              <a:buSzPct val="32353"/>
              <a:buFont typeface="Arial"/>
              <a:buNone/>
            </a:pPr>
            <a:r>
              <a:rPr b="1" lang="en-US" sz="3400">
                <a:latin typeface="Arial"/>
                <a:ea typeface="Arial"/>
                <a:cs typeface="Arial"/>
                <a:sym typeface="Arial"/>
              </a:rPr>
              <a:t>Importancia de requisitos:</a:t>
            </a:r>
            <a:r>
              <a:rPr lang="en-US" sz="3400">
                <a:latin typeface="Arial"/>
                <a:ea typeface="Arial"/>
                <a:cs typeface="Arial"/>
                <a:sym typeface="Arial"/>
              </a:rPr>
              <a:t> El uso del estándar IEEE 830 evita errores en el desarrollo y reduce costos.</a:t>
            </a:r>
            <a:endParaRPr sz="3400">
              <a:latin typeface="Arial"/>
              <a:ea typeface="Arial"/>
              <a:cs typeface="Arial"/>
              <a:sym typeface="Arial"/>
            </a:endParaRPr>
          </a:p>
          <a:p>
            <a:pPr indent="0" lvl="0" marL="0" rtl="0" algn="l">
              <a:spcBef>
                <a:spcPts val="500"/>
              </a:spcBef>
              <a:spcAft>
                <a:spcPts val="0"/>
              </a:spcAft>
              <a:buClr>
                <a:schemeClr val="dk1"/>
              </a:buClr>
              <a:buSzPct val="32353"/>
              <a:buNone/>
            </a:pPr>
            <a:r>
              <a:t/>
            </a:r>
            <a:endParaRPr b="1" sz="3400">
              <a:latin typeface="Arial"/>
              <a:ea typeface="Arial"/>
              <a:cs typeface="Arial"/>
              <a:sym typeface="Arial"/>
            </a:endParaRPr>
          </a:p>
          <a:p>
            <a:pPr indent="0" lvl="0" marL="0" rtl="0" algn="l">
              <a:spcBef>
                <a:spcPts val="500"/>
              </a:spcBef>
              <a:spcAft>
                <a:spcPts val="0"/>
              </a:spcAft>
              <a:buClr>
                <a:schemeClr val="dk1"/>
              </a:buClr>
              <a:buSzPct val="32353"/>
              <a:buFont typeface="Arial"/>
              <a:buNone/>
            </a:pPr>
            <a:r>
              <a:rPr b="1" lang="en-US" sz="3400">
                <a:latin typeface="Arial"/>
                <a:ea typeface="Arial"/>
                <a:cs typeface="Arial"/>
                <a:sym typeface="Arial"/>
              </a:rPr>
              <a:t>Aporte al Negocio:</a:t>
            </a:r>
            <a:r>
              <a:rPr lang="en-US" sz="3400">
                <a:latin typeface="Arial"/>
                <a:ea typeface="Arial"/>
                <a:cs typeface="Arial"/>
                <a:sym typeface="Arial"/>
              </a:rPr>
              <a:t> Mejora la experiencia del alumno y optimiza el tiempo del personal administrativo.</a:t>
            </a:r>
            <a:endParaRPr sz="3400">
              <a:latin typeface="Arial"/>
              <a:ea typeface="Arial"/>
              <a:cs typeface="Arial"/>
              <a:sym typeface="Arial"/>
            </a:endParaRPr>
          </a:p>
          <a:p>
            <a:pPr indent="0" lvl="0" marL="0" rtl="0" algn="l">
              <a:spcBef>
                <a:spcPts val="500"/>
              </a:spcBef>
              <a:spcAft>
                <a:spcPts val="0"/>
              </a:spcAft>
              <a:buClr>
                <a:schemeClr val="dk1"/>
              </a:buClr>
              <a:buSzPct val="32353"/>
              <a:buNone/>
            </a:pPr>
            <a:r>
              <a:t/>
            </a:r>
            <a:endParaRPr b="1" sz="3400">
              <a:latin typeface="Arial"/>
              <a:ea typeface="Arial"/>
              <a:cs typeface="Arial"/>
              <a:sym typeface="Arial"/>
            </a:endParaRPr>
          </a:p>
          <a:p>
            <a:pPr indent="0" lvl="0" marL="0" rtl="0" algn="l">
              <a:spcBef>
                <a:spcPts val="500"/>
              </a:spcBef>
              <a:spcAft>
                <a:spcPts val="0"/>
              </a:spcAft>
              <a:buClr>
                <a:schemeClr val="dk1"/>
              </a:buClr>
              <a:buSzPct val="32353"/>
              <a:buFont typeface="Arial"/>
              <a:buNone/>
            </a:pPr>
            <a:r>
              <a:rPr b="1" lang="en-US" sz="3400">
                <a:latin typeface="Arial"/>
                <a:ea typeface="Arial"/>
                <a:cs typeface="Arial"/>
                <a:sym typeface="Arial"/>
              </a:rPr>
              <a:t>Lección Aprendida:</a:t>
            </a:r>
            <a:r>
              <a:rPr lang="en-US" sz="3400">
                <a:latin typeface="Arial"/>
                <a:ea typeface="Arial"/>
                <a:cs typeface="Arial"/>
                <a:sym typeface="Arial"/>
              </a:rPr>
              <a:t> Una planificación basada en estándares internacionales asegura el éxito técnico del proyecto.</a:t>
            </a:r>
            <a:endParaRPr sz="3400">
              <a:latin typeface="Arial"/>
              <a:ea typeface="Arial"/>
              <a:cs typeface="Arial"/>
              <a:sym typeface="Arial"/>
            </a:endParaRPr>
          </a:p>
          <a:p>
            <a:pPr indent="0" lvl="1" marL="0" rtl="0" algn="l">
              <a:lnSpc>
                <a:spcPct val="110000"/>
              </a:lnSpc>
              <a:spcBef>
                <a:spcPts val="500"/>
              </a:spcBef>
              <a:spcAft>
                <a:spcPts val="0"/>
              </a:spcAft>
              <a:buClr>
                <a:schemeClr val="dk1"/>
              </a:buClr>
              <a:buSzPct val="85714"/>
              <a:buNone/>
            </a:pPr>
            <a:r>
              <a:t/>
            </a:r>
            <a:endParaRPr b="1" sz="2800"/>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1" name="Shape 771"/>
        <p:cNvGrpSpPr/>
        <p:nvPr/>
      </p:nvGrpSpPr>
      <p:grpSpPr>
        <a:xfrm>
          <a:off x="0" y="0"/>
          <a:ext cx="0" cy="0"/>
          <a:chOff x="0" y="0"/>
          <a:chExt cx="0" cy="0"/>
        </a:xfrm>
      </p:grpSpPr>
      <p:sp>
        <p:nvSpPr>
          <p:cNvPr id="772" name="Google Shape;772;p97"/>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venir"/>
              <a:buNone/>
            </a:pPr>
            <a:r>
              <a:rPr lang="en-US"/>
              <a:t>Recomendaciones finales </a:t>
            </a:r>
            <a:endParaRPr/>
          </a:p>
        </p:txBody>
      </p:sp>
      <p:sp>
        <p:nvSpPr>
          <p:cNvPr id="773" name="Google Shape;773;p97"/>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11/8/2025</a:t>
            </a:r>
            <a:endParaRPr/>
          </a:p>
        </p:txBody>
      </p:sp>
      <p:sp>
        <p:nvSpPr>
          <p:cNvPr id="774" name="Google Shape;774;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Texto de ejemplo para el pie de página</a:t>
            </a:r>
            <a:endParaRPr/>
          </a:p>
        </p:txBody>
      </p:sp>
      <p:sp>
        <p:nvSpPr>
          <p:cNvPr id="775" name="Google Shape;775;p97"/>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76" name="Google Shape;776;p97"/>
          <p:cNvSpPr txBox="1"/>
          <p:nvPr/>
        </p:nvSpPr>
        <p:spPr>
          <a:xfrm>
            <a:off x="272401" y="2385399"/>
            <a:ext cx="9286532"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Importante</a:t>
            </a:r>
            <a:endParaRPr sz="1800">
              <a:solidFill>
                <a:schemeClr val="dk1"/>
              </a:solidFill>
              <a:latin typeface="Avenir"/>
              <a:ea typeface="Avenir"/>
              <a:cs typeface="Avenir"/>
              <a:sym typeface="Avenir"/>
            </a:endParaRPr>
          </a:p>
          <a:p>
            <a:pPr indent="0" lvl="0" marL="0" marR="0" rtl="0" algn="l">
              <a:spcBef>
                <a:spcPts val="0"/>
              </a:spcBef>
              <a:spcAft>
                <a:spcPts val="0"/>
              </a:spcAft>
              <a:buNone/>
            </a:pPr>
            <a:br>
              <a:rPr lang="en-US" sz="1800">
                <a:solidFill>
                  <a:schemeClr val="dk1"/>
                </a:solidFill>
                <a:latin typeface="Avenir"/>
                <a:ea typeface="Avenir"/>
                <a:cs typeface="Avenir"/>
                <a:sym typeface="Avenir"/>
              </a:rPr>
            </a:b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La Presentación debe debe responder directamente a la rúbrica en los siguientes criterios:</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análisis y contexto del caso</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levantamiento  de requisitos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Lecciones aprendidas </a:t>
            </a:r>
            <a:endParaRPr sz="1800">
              <a:solidFill>
                <a:schemeClr val="dk1"/>
              </a:solidFill>
              <a:latin typeface="Avenir"/>
              <a:ea typeface="Avenir"/>
              <a:cs typeface="Avenir"/>
              <a:sym typeface="Aveni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Además la rubrica considera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Metodologia y su argumentación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claridad y  estructura de la presentación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Presentación oral</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Experiencia naranja">
  <a:themeElements>
    <a:clrScheme name="Orange Experience">
      <a:dk1>
        <a:srgbClr val="131313"/>
      </a:dk1>
      <a:lt1>
        <a:srgbClr val="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ccentBoxVTI">
  <a:themeElements>
    <a:clrScheme name="AccentBoxVTI">
      <a:dk1>
        <a:srgbClr val="000000"/>
      </a:dk1>
      <a:lt1>
        <a:srgbClr val="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